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02C159-06A5-47CE-BD5F-1329C4E02F3E}" v="1" dt="2026-02-15T17:02:02.0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8.png"/><Relationship Id="rId7" Type="http://schemas.openxmlformats.org/officeDocument/2006/relationships/image" Target="../media/image24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4" Type="http://schemas.openxmlformats.org/officeDocument/2006/relationships/image" Target="../media/image29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8.png"/><Relationship Id="rId7" Type="http://schemas.openxmlformats.org/officeDocument/2006/relationships/image" Target="../media/image24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4" Type="http://schemas.openxmlformats.org/officeDocument/2006/relationships/image" Target="../media/image2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D99D591-1504-4194-A09F-F04BFA5B25E6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D0428674-C1FF-4350-AABA-BD8C8E6466FA}">
      <dgm:prSet/>
      <dgm:spPr/>
      <dgm:t>
        <a:bodyPr/>
        <a:lstStyle/>
        <a:p>
          <a:r>
            <a:rPr lang="en-US"/>
            <a:t>• Law plays a crucial role by discouraging wrong political practices and encouraging good ones.</a:t>
          </a:r>
        </a:p>
      </dgm:t>
    </dgm:pt>
    <dgm:pt modelId="{3FD0131D-7D82-4FB5-9C76-93053A7F6C14}" type="parTrans" cxnId="{B2DAD39B-07CC-48F8-8C2A-32F497F4AABE}">
      <dgm:prSet/>
      <dgm:spPr/>
      <dgm:t>
        <a:bodyPr/>
        <a:lstStyle/>
        <a:p>
          <a:endParaRPr lang="en-US"/>
        </a:p>
      </dgm:t>
    </dgm:pt>
    <dgm:pt modelId="{F2963B03-F26D-4886-9210-E58AC25AD23A}" type="sibTrans" cxnId="{B2DAD39B-07CC-48F8-8C2A-32F497F4AABE}">
      <dgm:prSet/>
      <dgm:spPr/>
      <dgm:t>
        <a:bodyPr/>
        <a:lstStyle/>
        <a:p>
          <a:endParaRPr lang="en-US"/>
        </a:p>
      </dgm:t>
    </dgm:pt>
    <dgm:pt modelId="{88651639-AA0B-4F50-B449-8D04C7B21B2D}">
      <dgm:prSet/>
      <dgm:spPr/>
      <dgm:t>
        <a:bodyPr/>
        <a:lstStyle/>
        <a:p>
          <a:r>
            <a:rPr lang="en-US"/>
            <a:t>• However, legal changes alone cannot overcome democratic challenges.</a:t>
          </a:r>
        </a:p>
      </dgm:t>
    </dgm:pt>
    <dgm:pt modelId="{6F15741E-21D5-4667-BDEE-9B3A2552243A}" type="parTrans" cxnId="{CBA264ED-A132-4CFB-B850-B85C6A2D9280}">
      <dgm:prSet/>
      <dgm:spPr/>
      <dgm:t>
        <a:bodyPr/>
        <a:lstStyle/>
        <a:p>
          <a:endParaRPr lang="en-US"/>
        </a:p>
      </dgm:t>
    </dgm:pt>
    <dgm:pt modelId="{1BFB4BD3-26BD-41E9-8CFC-6940503E0730}" type="sibTrans" cxnId="{CBA264ED-A132-4CFB-B850-B85C6A2D9280}">
      <dgm:prSet/>
      <dgm:spPr/>
      <dgm:t>
        <a:bodyPr/>
        <a:lstStyle/>
        <a:p>
          <a:endParaRPr lang="en-US"/>
        </a:p>
      </dgm:t>
    </dgm:pt>
    <dgm:pt modelId="{0246C085-5CCE-40BB-9537-ECA43C4019FB}">
      <dgm:prSet/>
      <dgm:spPr/>
      <dgm:t>
        <a:bodyPr/>
        <a:lstStyle/>
        <a:p>
          <a:r>
            <a:rPr lang="en-US"/>
            <a:t>• Analogy: Changing cricket rules helps, but improving the game depends on players, coaches, and administrators.</a:t>
          </a:r>
        </a:p>
      </dgm:t>
    </dgm:pt>
    <dgm:pt modelId="{4F32D27D-EBE2-4256-B8C6-D3D02B9E9232}" type="parTrans" cxnId="{EE4B4DA9-42FE-4FB4-9912-99E276D3CF50}">
      <dgm:prSet/>
      <dgm:spPr/>
      <dgm:t>
        <a:bodyPr/>
        <a:lstStyle/>
        <a:p>
          <a:endParaRPr lang="en-US"/>
        </a:p>
      </dgm:t>
    </dgm:pt>
    <dgm:pt modelId="{32B59590-63C1-4210-82CF-E2F689F40CC5}" type="sibTrans" cxnId="{EE4B4DA9-42FE-4FB4-9912-99E276D3CF50}">
      <dgm:prSet/>
      <dgm:spPr/>
      <dgm:t>
        <a:bodyPr/>
        <a:lstStyle/>
        <a:p>
          <a:endParaRPr lang="en-US"/>
        </a:p>
      </dgm:t>
    </dgm:pt>
    <dgm:pt modelId="{2C16B84E-42D9-4B9C-A291-BCB2E7D51606}">
      <dgm:prSet/>
      <dgm:spPr/>
      <dgm:t>
        <a:bodyPr/>
        <a:lstStyle/>
        <a:p>
          <a:r>
            <a:rPr lang="en-US"/>
            <a:t>• Reforms must be driven by political activists, parties, movements, and conscious citizens.</a:t>
          </a:r>
        </a:p>
      </dgm:t>
    </dgm:pt>
    <dgm:pt modelId="{DCACAF58-7FDC-459E-B0B7-9A8544802F98}" type="parTrans" cxnId="{CC42306A-FA9B-484C-9DE3-0D1AE3A008CF}">
      <dgm:prSet/>
      <dgm:spPr/>
      <dgm:t>
        <a:bodyPr/>
        <a:lstStyle/>
        <a:p>
          <a:endParaRPr lang="en-US"/>
        </a:p>
      </dgm:t>
    </dgm:pt>
    <dgm:pt modelId="{623F250E-F0A4-4D08-BD4E-4D2BB35E204B}" type="sibTrans" cxnId="{CC42306A-FA9B-484C-9DE3-0D1AE3A008CF}">
      <dgm:prSet/>
      <dgm:spPr/>
      <dgm:t>
        <a:bodyPr/>
        <a:lstStyle/>
        <a:p>
          <a:endParaRPr lang="en-US"/>
        </a:p>
      </dgm:t>
    </dgm:pt>
    <dgm:pt modelId="{52C47941-8363-4CF8-BC93-68DB201E9C05}" type="pres">
      <dgm:prSet presAssocID="{CD99D591-1504-4194-A09F-F04BFA5B25E6}" presName="root" presStyleCnt="0">
        <dgm:presLayoutVars>
          <dgm:dir/>
          <dgm:resizeHandles val="exact"/>
        </dgm:presLayoutVars>
      </dgm:prSet>
      <dgm:spPr/>
    </dgm:pt>
    <dgm:pt modelId="{2F3FB57E-5816-4EEF-A3F7-7077C91A0557}" type="pres">
      <dgm:prSet presAssocID="{CD99D591-1504-4194-A09F-F04BFA5B25E6}" presName="container" presStyleCnt="0">
        <dgm:presLayoutVars>
          <dgm:dir/>
          <dgm:resizeHandles val="exact"/>
        </dgm:presLayoutVars>
      </dgm:prSet>
      <dgm:spPr/>
    </dgm:pt>
    <dgm:pt modelId="{272212AB-9E02-4D43-8EEC-71A77D7BD491}" type="pres">
      <dgm:prSet presAssocID="{D0428674-C1FF-4350-AABA-BD8C8E6466FA}" presName="compNode" presStyleCnt="0"/>
      <dgm:spPr/>
    </dgm:pt>
    <dgm:pt modelId="{7E029F22-88AF-47AB-BBCC-9E94D004BE0E}" type="pres">
      <dgm:prSet presAssocID="{D0428674-C1FF-4350-AABA-BD8C8E6466FA}" presName="iconBgRect" presStyleLbl="bgShp" presStyleIdx="0" presStyleCnt="4"/>
      <dgm:spPr/>
    </dgm:pt>
    <dgm:pt modelId="{D409305A-4CA1-4B30-91F9-3FDDDB172D95}" type="pres">
      <dgm:prSet presAssocID="{D0428674-C1FF-4350-AABA-BD8C8E6466FA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45E65B62-D9DF-4408-9661-AD0162C35BA3}" type="pres">
      <dgm:prSet presAssocID="{D0428674-C1FF-4350-AABA-BD8C8E6466FA}" presName="spaceRect" presStyleCnt="0"/>
      <dgm:spPr/>
    </dgm:pt>
    <dgm:pt modelId="{AA814EB3-4F26-470B-B495-85DEDC2BBA3A}" type="pres">
      <dgm:prSet presAssocID="{D0428674-C1FF-4350-AABA-BD8C8E6466FA}" presName="textRect" presStyleLbl="revTx" presStyleIdx="0" presStyleCnt="4">
        <dgm:presLayoutVars>
          <dgm:chMax val="1"/>
          <dgm:chPref val="1"/>
        </dgm:presLayoutVars>
      </dgm:prSet>
      <dgm:spPr/>
    </dgm:pt>
    <dgm:pt modelId="{3F32EBD1-8AB2-4D1D-9CA4-0DA149784564}" type="pres">
      <dgm:prSet presAssocID="{F2963B03-F26D-4886-9210-E58AC25AD23A}" presName="sibTrans" presStyleLbl="sibTrans2D1" presStyleIdx="0" presStyleCnt="0"/>
      <dgm:spPr/>
    </dgm:pt>
    <dgm:pt modelId="{B2A4F0F3-4D8B-478A-B99A-DBB7346D58E0}" type="pres">
      <dgm:prSet presAssocID="{88651639-AA0B-4F50-B449-8D04C7B21B2D}" presName="compNode" presStyleCnt="0"/>
      <dgm:spPr/>
    </dgm:pt>
    <dgm:pt modelId="{534CEB6A-EFAA-4CCF-B24C-77DBB34E4346}" type="pres">
      <dgm:prSet presAssocID="{88651639-AA0B-4F50-B449-8D04C7B21B2D}" presName="iconBgRect" presStyleLbl="bgShp" presStyleIdx="1" presStyleCnt="4"/>
      <dgm:spPr/>
    </dgm:pt>
    <dgm:pt modelId="{A8C72E0B-CA72-4331-BB71-379F9809C44A}" type="pres">
      <dgm:prSet presAssocID="{88651639-AA0B-4F50-B449-8D04C7B21B2D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"/>
        </a:ext>
      </dgm:extLst>
    </dgm:pt>
    <dgm:pt modelId="{7BBB23A5-465D-4F05-A02A-B0D84074E19B}" type="pres">
      <dgm:prSet presAssocID="{88651639-AA0B-4F50-B449-8D04C7B21B2D}" presName="spaceRect" presStyleCnt="0"/>
      <dgm:spPr/>
    </dgm:pt>
    <dgm:pt modelId="{A1713E56-8D66-4D3D-A925-FCDC74A8B662}" type="pres">
      <dgm:prSet presAssocID="{88651639-AA0B-4F50-B449-8D04C7B21B2D}" presName="textRect" presStyleLbl="revTx" presStyleIdx="1" presStyleCnt="4">
        <dgm:presLayoutVars>
          <dgm:chMax val="1"/>
          <dgm:chPref val="1"/>
        </dgm:presLayoutVars>
      </dgm:prSet>
      <dgm:spPr/>
    </dgm:pt>
    <dgm:pt modelId="{A40E7DE9-C469-470B-975C-A9AA0032253B}" type="pres">
      <dgm:prSet presAssocID="{1BFB4BD3-26BD-41E9-8CFC-6940503E0730}" presName="sibTrans" presStyleLbl="sibTrans2D1" presStyleIdx="0" presStyleCnt="0"/>
      <dgm:spPr/>
    </dgm:pt>
    <dgm:pt modelId="{737C9F46-5CC6-4426-8C01-F37779550718}" type="pres">
      <dgm:prSet presAssocID="{0246C085-5CCE-40BB-9537-ECA43C4019FB}" presName="compNode" presStyleCnt="0"/>
      <dgm:spPr/>
    </dgm:pt>
    <dgm:pt modelId="{5F8720ED-83DE-40F1-9A53-3829C0C70B9C}" type="pres">
      <dgm:prSet presAssocID="{0246C085-5CCE-40BB-9537-ECA43C4019FB}" presName="iconBgRect" presStyleLbl="bgShp" presStyleIdx="2" presStyleCnt="4"/>
      <dgm:spPr/>
    </dgm:pt>
    <dgm:pt modelId="{007ECBD0-59F9-4562-B05B-F4112E39F97D}" type="pres">
      <dgm:prSet presAssocID="{0246C085-5CCE-40BB-9537-ECA43C4019F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ricket bat and ball"/>
        </a:ext>
      </dgm:extLst>
    </dgm:pt>
    <dgm:pt modelId="{66628A6C-49C3-4567-80EB-4AE1012B15BD}" type="pres">
      <dgm:prSet presAssocID="{0246C085-5CCE-40BB-9537-ECA43C4019FB}" presName="spaceRect" presStyleCnt="0"/>
      <dgm:spPr/>
    </dgm:pt>
    <dgm:pt modelId="{5A550863-86A6-438C-9419-476AB8F10646}" type="pres">
      <dgm:prSet presAssocID="{0246C085-5CCE-40BB-9537-ECA43C4019FB}" presName="textRect" presStyleLbl="revTx" presStyleIdx="2" presStyleCnt="4">
        <dgm:presLayoutVars>
          <dgm:chMax val="1"/>
          <dgm:chPref val="1"/>
        </dgm:presLayoutVars>
      </dgm:prSet>
      <dgm:spPr/>
    </dgm:pt>
    <dgm:pt modelId="{6EBC573F-05D0-4AC6-892C-8DD95B61EC9D}" type="pres">
      <dgm:prSet presAssocID="{32B59590-63C1-4210-82CF-E2F689F40CC5}" presName="sibTrans" presStyleLbl="sibTrans2D1" presStyleIdx="0" presStyleCnt="0"/>
      <dgm:spPr/>
    </dgm:pt>
    <dgm:pt modelId="{02438649-F58A-4E9E-84F0-B37F849858F6}" type="pres">
      <dgm:prSet presAssocID="{2C16B84E-42D9-4B9C-A291-BCB2E7D51606}" presName="compNode" presStyleCnt="0"/>
      <dgm:spPr/>
    </dgm:pt>
    <dgm:pt modelId="{BEA46BB8-1BA3-452C-96C8-6C726649A22E}" type="pres">
      <dgm:prSet presAssocID="{2C16B84E-42D9-4B9C-A291-BCB2E7D51606}" presName="iconBgRect" presStyleLbl="bgShp" presStyleIdx="3" presStyleCnt="4"/>
      <dgm:spPr/>
    </dgm:pt>
    <dgm:pt modelId="{CF589DE0-CEAC-485F-91A9-181470B32DC0}" type="pres">
      <dgm:prSet presAssocID="{2C16B84E-42D9-4B9C-A291-BCB2E7D51606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ign Language"/>
        </a:ext>
      </dgm:extLst>
    </dgm:pt>
    <dgm:pt modelId="{B77F8F43-6847-4ABC-86B9-5ACAC3EAD4FA}" type="pres">
      <dgm:prSet presAssocID="{2C16B84E-42D9-4B9C-A291-BCB2E7D51606}" presName="spaceRect" presStyleCnt="0"/>
      <dgm:spPr/>
    </dgm:pt>
    <dgm:pt modelId="{FAD84EDC-AF65-4C9F-8602-E78C0B3CF3AF}" type="pres">
      <dgm:prSet presAssocID="{2C16B84E-42D9-4B9C-A291-BCB2E7D51606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80CB130F-CAD5-4BD8-8211-3248DE5E78A6}" type="presOf" srcId="{88651639-AA0B-4F50-B449-8D04C7B21B2D}" destId="{A1713E56-8D66-4D3D-A925-FCDC74A8B662}" srcOrd="0" destOrd="0" presId="urn:microsoft.com/office/officeart/2018/2/layout/IconCircleList"/>
    <dgm:cxn modelId="{EB945D24-EA61-4296-9993-E0191E64A1BA}" type="presOf" srcId="{2C16B84E-42D9-4B9C-A291-BCB2E7D51606}" destId="{FAD84EDC-AF65-4C9F-8602-E78C0B3CF3AF}" srcOrd="0" destOrd="0" presId="urn:microsoft.com/office/officeart/2018/2/layout/IconCircleList"/>
    <dgm:cxn modelId="{76ED8F25-4B95-4F0C-84D2-A538AFFA445F}" type="presOf" srcId="{1BFB4BD3-26BD-41E9-8CFC-6940503E0730}" destId="{A40E7DE9-C469-470B-975C-A9AA0032253B}" srcOrd="0" destOrd="0" presId="urn:microsoft.com/office/officeart/2018/2/layout/IconCircleList"/>
    <dgm:cxn modelId="{CC42306A-FA9B-484C-9DE3-0D1AE3A008CF}" srcId="{CD99D591-1504-4194-A09F-F04BFA5B25E6}" destId="{2C16B84E-42D9-4B9C-A291-BCB2E7D51606}" srcOrd="3" destOrd="0" parTransId="{DCACAF58-7FDC-459E-B0B7-9A8544802F98}" sibTransId="{623F250E-F0A4-4D08-BD4E-4D2BB35E204B}"/>
    <dgm:cxn modelId="{55BD494F-F6B7-43E0-B5FA-59DD76FD2432}" type="presOf" srcId="{F2963B03-F26D-4886-9210-E58AC25AD23A}" destId="{3F32EBD1-8AB2-4D1D-9CA4-0DA149784564}" srcOrd="0" destOrd="0" presId="urn:microsoft.com/office/officeart/2018/2/layout/IconCircleList"/>
    <dgm:cxn modelId="{1E80CF58-A19F-4540-AACC-A15AC27A0166}" type="presOf" srcId="{0246C085-5CCE-40BB-9537-ECA43C4019FB}" destId="{5A550863-86A6-438C-9419-476AB8F10646}" srcOrd="0" destOrd="0" presId="urn:microsoft.com/office/officeart/2018/2/layout/IconCircleList"/>
    <dgm:cxn modelId="{B2DAD39B-07CC-48F8-8C2A-32F497F4AABE}" srcId="{CD99D591-1504-4194-A09F-F04BFA5B25E6}" destId="{D0428674-C1FF-4350-AABA-BD8C8E6466FA}" srcOrd="0" destOrd="0" parTransId="{3FD0131D-7D82-4FB5-9C76-93053A7F6C14}" sibTransId="{F2963B03-F26D-4886-9210-E58AC25AD23A}"/>
    <dgm:cxn modelId="{EE4B4DA9-42FE-4FB4-9912-99E276D3CF50}" srcId="{CD99D591-1504-4194-A09F-F04BFA5B25E6}" destId="{0246C085-5CCE-40BB-9537-ECA43C4019FB}" srcOrd="2" destOrd="0" parTransId="{4F32D27D-EBE2-4256-B8C6-D3D02B9E9232}" sibTransId="{32B59590-63C1-4210-82CF-E2F689F40CC5}"/>
    <dgm:cxn modelId="{B2A88AC3-BF1B-4FD3-9A10-112CA9C78301}" type="presOf" srcId="{D0428674-C1FF-4350-AABA-BD8C8E6466FA}" destId="{AA814EB3-4F26-470B-B495-85DEDC2BBA3A}" srcOrd="0" destOrd="0" presId="urn:microsoft.com/office/officeart/2018/2/layout/IconCircleList"/>
    <dgm:cxn modelId="{53943DE7-D255-460B-AFA9-E073E3537868}" type="presOf" srcId="{CD99D591-1504-4194-A09F-F04BFA5B25E6}" destId="{52C47941-8363-4CF8-BC93-68DB201E9C05}" srcOrd="0" destOrd="0" presId="urn:microsoft.com/office/officeart/2018/2/layout/IconCircleList"/>
    <dgm:cxn modelId="{CBA264ED-A132-4CFB-B850-B85C6A2D9280}" srcId="{CD99D591-1504-4194-A09F-F04BFA5B25E6}" destId="{88651639-AA0B-4F50-B449-8D04C7B21B2D}" srcOrd="1" destOrd="0" parTransId="{6F15741E-21D5-4667-BDEE-9B3A2552243A}" sibTransId="{1BFB4BD3-26BD-41E9-8CFC-6940503E0730}"/>
    <dgm:cxn modelId="{3E6951FE-A0CE-477A-91DD-BD1E5E401E86}" type="presOf" srcId="{32B59590-63C1-4210-82CF-E2F689F40CC5}" destId="{6EBC573F-05D0-4AC6-892C-8DD95B61EC9D}" srcOrd="0" destOrd="0" presId="urn:microsoft.com/office/officeart/2018/2/layout/IconCircleList"/>
    <dgm:cxn modelId="{31B43F2E-6C28-4E5D-A611-911A08C15492}" type="presParOf" srcId="{52C47941-8363-4CF8-BC93-68DB201E9C05}" destId="{2F3FB57E-5816-4EEF-A3F7-7077C91A0557}" srcOrd="0" destOrd="0" presId="urn:microsoft.com/office/officeart/2018/2/layout/IconCircleList"/>
    <dgm:cxn modelId="{60CA513B-757D-4EEE-BAC0-0D5CF40E8197}" type="presParOf" srcId="{2F3FB57E-5816-4EEF-A3F7-7077C91A0557}" destId="{272212AB-9E02-4D43-8EEC-71A77D7BD491}" srcOrd="0" destOrd="0" presId="urn:microsoft.com/office/officeart/2018/2/layout/IconCircleList"/>
    <dgm:cxn modelId="{84CBEEE0-4216-4AD1-9E32-BDA0B46D9E4E}" type="presParOf" srcId="{272212AB-9E02-4D43-8EEC-71A77D7BD491}" destId="{7E029F22-88AF-47AB-BBCC-9E94D004BE0E}" srcOrd="0" destOrd="0" presId="urn:microsoft.com/office/officeart/2018/2/layout/IconCircleList"/>
    <dgm:cxn modelId="{C9498C53-CB53-480C-A591-7C9590C0252D}" type="presParOf" srcId="{272212AB-9E02-4D43-8EEC-71A77D7BD491}" destId="{D409305A-4CA1-4B30-91F9-3FDDDB172D95}" srcOrd="1" destOrd="0" presId="urn:microsoft.com/office/officeart/2018/2/layout/IconCircleList"/>
    <dgm:cxn modelId="{8D7B57D0-2B29-4A55-8E91-8692866A0294}" type="presParOf" srcId="{272212AB-9E02-4D43-8EEC-71A77D7BD491}" destId="{45E65B62-D9DF-4408-9661-AD0162C35BA3}" srcOrd="2" destOrd="0" presId="urn:microsoft.com/office/officeart/2018/2/layout/IconCircleList"/>
    <dgm:cxn modelId="{C66089D9-B11F-450E-9E0A-335AC3D31719}" type="presParOf" srcId="{272212AB-9E02-4D43-8EEC-71A77D7BD491}" destId="{AA814EB3-4F26-470B-B495-85DEDC2BBA3A}" srcOrd="3" destOrd="0" presId="urn:microsoft.com/office/officeart/2018/2/layout/IconCircleList"/>
    <dgm:cxn modelId="{1B67D17F-F4CD-4759-80DC-3EAB727363CC}" type="presParOf" srcId="{2F3FB57E-5816-4EEF-A3F7-7077C91A0557}" destId="{3F32EBD1-8AB2-4D1D-9CA4-0DA149784564}" srcOrd="1" destOrd="0" presId="urn:microsoft.com/office/officeart/2018/2/layout/IconCircleList"/>
    <dgm:cxn modelId="{9D79EC23-0A68-42B0-9045-2BF383CCBCD5}" type="presParOf" srcId="{2F3FB57E-5816-4EEF-A3F7-7077C91A0557}" destId="{B2A4F0F3-4D8B-478A-B99A-DBB7346D58E0}" srcOrd="2" destOrd="0" presId="urn:microsoft.com/office/officeart/2018/2/layout/IconCircleList"/>
    <dgm:cxn modelId="{D7751830-E230-4649-8B0E-9C548BCCC5F3}" type="presParOf" srcId="{B2A4F0F3-4D8B-478A-B99A-DBB7346D58E0}" destId="{534CEB6A-EFAA-4CCF-B24C-77DBB34E4346}" srcOrd="0" destOrd="0" presId="urn:microsoft.com/office/officeart/2018/2/layout/IconCircleList"/>
    <dgm:cxn modelId="{C667B4B1-6E64-4BB3-975E-A5AAA7FFAEBD}" type="presParOf" srcId="{B2A4F0F3-4D8B-478A-B99A-DBB7346D58E0}" destId="{A8C72E0B-CA72-4331-BB71-379F9809C44A}" srcOrd="1" destOrd="0" presId="urn:microsoft.com/office/officeart/2018/2/layout/IconCircleList"/>
    <dgm:cxn modelId="{B82302F3-6222-4B4C-9C9A-AE6F5E2B6A63}" type="presParOf" srcId="{B2A4F0F3-4D8B-478A-B99A-DBB7346D58E0}" destId="{7BBB23A5-465D-4F05-A02A-B0D84074E19B}" srcOrd="2" destOrd="0" presId="urn:microsoft.com/office/officeart/2018/2/layout/IconCircleList"/>
    <dgm:cxn modelId="{7B2882B5-F17A-4768-B1F9-6D75C97CB557}" type="presParOf" srcId="{B2A4F0F3-4D8B-478A-B99A-DBB7346D58E0}" destId="{A1713E56-8D66-4D3D-A925-FCDC74A8B662}" srcOrd="3" destOrd="0" presId="urn:microsoft.com/office/officeart/2018/2/layout/IconCircleList"/>
    <dgm:cxn modelId="{4E4C4948-26DC-42AA-A35E-80B9D5C94F98}" type="presParOf" srcId="{2F3FB57E-5816-4EEF-A3F7-7077C91A0557}" destId="{A40E7DE9-C469-470B-975C-A9AA0032253B}" srcOrd="3" destOrd="0" presId="urn:microsoft.com/office/officeart/2018/2/layout/IconCircleList"/>
    <dgm:cxn modelId="{134D26DE-FE4D-4431-8CC8-F18410A1F38C}" type="presParOf" srcId="{2F3FB57E-5816-4EEF-A3F7-7077C91A0557}" destId="{737C9F46-5CC6-4426-8C01-F37779550718}" srcOrd="4" destOrd="0" presId="urn:microsoft.com/office/officeart/2018/2/layout/IconCircleList"/>
    <dgm:cxn modelId="{9037FAE0-0E65-4231-9C1D-FA947F45C942}" type="presParOf" srcId="{737C9F46-5CC6-4426-8C01-F37779550718}" destId="{5F8720ED-83DE-40F1-9A53-3829C0C70B9C}" srcOrd="0" destOrd="0" presId="urn:microsoft.com/office/officeart/2018/2/layout/IconCircleList"/>
    <dgm:cxn modelId="{01C42AD3-7BDF-4BB7-9F3A-0F46A29B5E37}" type="presParOf" srcId="{737C9F46-5CC6-4426-8C01-F37779550718}" destId="{007ECBD0-59F9-4562-B05B-F4112E39F97D}" srcOrd="1" destOrd="0" presId="urn:microsoft.com/office/officeart/2018/2/layout/IconCircleList"/>
    <dgm:cxn modelId="{445AEF52-2538-4011-9A20-6B7D660F93DA}" type="presParOf" srcId="{737C9F46-5CC6-4426-8C01-F37779550718}" destId="{66628A6C-49C3-4567-80EB-4AE1012B15BD}" srcOrd="2" destOrd="0" presId="urn:microsoft.com/office/officeart/2018/2/layout/IconCircleList"/>
    <dgm:cxn modelId="{57D414DC-0068-4060-8EC7-D63D7A1317A4}" type="presParOf" srcId="{737C9F46-5CC6-4426-8C01-F37779550718}" destId="{5A550863-86A6-438C-9419-476AB8F10646}" srcOrd="3" destOrd="0" presId="urn:microsoft.com/office/officeart/2018/2/layout/IconCircleList"/>
    <dgm:cxn modelId="{7B30EF84-E127-4ABA-B60E-CB1F14ADF82C}" type="presParOf" srcId="{2F3FB57E-5816-4EEF-A3F7-7077C91A0557}" destId="{6EBC573F-05D0-4AC6-892C-8DD95B61EC9D}" srcOrd="5" destOrd="0" presId="urn:microsoft.com/office/officeart/2018/2/layout/IconCircleList"/>
    <dgm:cxn modelId="{C66CAE31-A3E9-4079-BD00-E7BEB79E5182}" type="presParOf" srcId="{2F3FB57E-5816-4EEF-A3F7-7077C91A0557}" destId="{02438649-F58A-4E9E-84F0-B37F849858F6}" srcOrd="6" destOrd="0" presId="urn:microsoft.com/office/officeart/2018/2/layout/IconCircleList"/>
    <dgm:cxn modelId="{B26F8B85-AD50-4D90-A388-D2AD53172EA3}" type="presParOf" srcId="{02438649-F58A-4E9E-84F0-B37F849858F6}" destId="{BEA46BB8-1BA3-452C-96C8-6C726649A22E}" srcOrd="0" destOrd="0" presId="urn:microsoft.com/office/officeart/2018/2/layout/IconCircleList"/>
    <dgm:cxn modelId="{598540A1-1C34-4449-B037-B0916EF807C7}" type="presParOf" srcId="{02438649-F58A-4E9E-84F0-B37F849858F6}" destId="{CF589DE0-CEAC-485F-91A9-181470B32DC0}" srcOrd="1" destOrd="0" presId="urn:microsoft.com/office/officeart/2018/2/layout/IconCircleList"/>
    <dgm:cxn modelId="{6E985EAE-FD77-4E8A-99B3-840960C9ED04}" type="presParOf" srcId="{02438649-F58A-4E9E-84F0-B37F849858F6}" destId="{B77F8F43-6847-4ABC-86B9-5ACAC3EAD4FA}" srcOrd="2" destOrd="0" presId="urn:microsoft.com/office/officeart/2018/2/layout/IconCircleList"/>
    <dgm:cxn modelId="{1A43A8EE-3FE7-499D-AB7A-588C87D3DF58}" type="presParOf" srcId="{02438649-F58A-4E9E-84F0-B37F849858F6}" destId="{FAD84EDC-AF65-4C9F-8602-E78C0B3CF3AF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AA30B43-E4FF-4250-B9B4-0D5680468EE7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1F376E17-CFAF-445F-BA78-24ACE9298614}">
      <dgm:prSet/>
      <dgm:spPr/>
      <dgm:t>
        <a:bodyPr/>
        <a:lstStyle/>
        <a:p>
          <a:r>
            <a:rPr lang="en-US"/>
            <a:t>• Legal changes can sometimes be counterproductive.</a:t>
          </a:r>
        </a:p>
      </dgm:t>
    </dgm:pt>
    <dgm:pt modelId="{BBCE1D6D-D406-44C9-A1FE-6EC75AEEB321}" type="parTrans" cxnId="{F4B6BB2C-5FD2-4075-B180-38A9A5DDEA78}">
      <dgm:prSet/>
      <dgm:spPr/>
      <dgm:t>
        <a:bodyPr/>
        <a:lstStyle/>
        <a:p>
          <a:endParaRPr lang="en-US"/>
        </a:p>
      </dgm:t>
    </dgm:pt>
    <dgm:pt modelId="{B94470A1-838E-474D-9668-F6AE2D8AD0DF}" type="sibTrans" cxnId="{F4B6BB2C-5FD2-4075-B180-38A9A5DDEA78}">
      <dgm:prSet/>
      <dgm:spPr/>
      <dgm:t>
        <a:bodyPr/>
        <a:lstStyle/>
        <a:p>
          <a:endParaRPr lang="en-US"/>
        </a:p>
      </dgm:t>
    </dgm:pt>
    <dgm:pt modelId="{EEF85CFA-CBF5-4012-8EB2-57BD5968D14E}">
      <dgm:prSet/>
      <dgm:spPr/>
      <dgm:t>
        <a:bodyPr/>
        <a:lstStyle/>
        <a:p>
          <a:r>
            <a:rPr lang="en-US"/>
            <a:t>• Example: Banning people with more than two children from panchayat elections denied democratic opportunities to the poor and women.</a:t>
          </a:r>
        </a:p>
      </dgm:t>
    </dgm:pt>
    <dgm:pt modelId="{819B0490-EF6A-4921-A872-866378F59B25}" type="parTrans" cxnId="{05B6478B-3502-4A51-92DB-81FAF6169A75}">
      <dgm:prSet/>
      <dgm:spPr/>
      <dgm:t>
        <a:bodyPr/>
        <a:lstStyle/>
        <a:p>
          <a:endParaRPr lang="en-US"/>
        </a:p>
      </dgm:t>
    </dgm:pt>
    <dgm:pt modelId="{EDE5CDB2-28D5-403F-816E-16013A0D3B9A}" type="sibTrans" cxnId="{05B6478B-3502-4A51-92DB-81FAF6169A75}">
      <dgm:prSet/>
      <dgm:spPr/>
      <dgm:t>
        <a:bodyPr/>
        <a:lstStyle/>
        <a:p>
          <a:endParaRPr lang="en-US"/>
        </a:p>
      </dgm:t>
    </dgm:pt>
    <dgm:pt modelId="{3EACC982-AF9E-48AE-81B3-BA71D2B4D980}">
      <dgm:prSet/>
      <dgm:spPr/>
      <dgm:t>
        <a:bodyPr/>
        <a:lstStyle/>
        <a:p>
          <a:r>
            <a:rPr lang="en-US"/>
            <a:t>• Empowering laws are more successful than laws that simply ban actions.</a:t>
          </a:r>
        </a:p>
      </dgm:t>
    </dgm:pt>
    <dgm:pt modelId="{E6E1F697-C2F8-4AA5-A919-DB4D3EBB550E}" type="parTrans" cxnId="{0B65E743-DAF6-4300-BFF3-1AD4E03A08AA}">
      <dgm:prSet/>
      <dgm:spPr/>
      <dgm:t>
        <a:bodyPr/>
        <a:lstStyle/>
        <a:p>
          <a:endParaRPr lang="en-US"/>
        </a:p>
      </dgm:t>
    </dgm:pt>
    <dgm:pt modelId="{5C074639-FFF1-4BD2-A1D8-5A9F8BAC59F3}" type="sibTrans" cxnId="{0B65E743-DAF6-4300-BFF3-1AD4E03A08AA}">
      <dgm:prSet/>
      <dgm:spPr/>
      <dgm:t>
        <a:bodyPr/>
        <a:lstStyle/>
        <a:p>
          <a:endParaRPr lang="en-US"/>
        </a:p>
      </dgm:t>
    </dgm:pt>
    <dgm:pt modelId="{07FB55B0-A2A0-43B8-930F-12B3B3DEEE6D}">
      <dgm:prSet/>
      <dgm:spPr/>
      <dgm:t>
        <a:bodyPr/>
        <a:lstStyle/>
        <a:p>
          <a:r>
            <a:rPr lang="en-US"/>
            <a:t>• Example: The Right to Information Act empowers citizens to act as watchdogs, helping control corruption.</a:t>
          </a:r>
        </a:p>
      </dgm:t>
    </dgm:pt>
    <dgm:pt modelId="{C6754FD8-67F2-48C7-A8D2-03D782DD14E8}" type="parTrans" cxnId="{F891388A-5038-4B6F-AC26-412E32209978}">
      <dgm:prSet/>
      <dgm:spPr/>
      <dgm:t>
        <a:bodyPr/>
        <a:lstStyle/>
        <a:p>
          <a:endParaRPr lang="en-US"/>
        </a:p>
      </dgm:t>
    </dgm:pt>
    <dgm:pt modelId="{122F0DA3-518D-484D-8E48-FCF6436D0113}" type="sibTrans" cxnId="{F891388A-5038-4B6F-AC26-412E32209978}">
      <dgm:prSet/>
      <dgm:spPr/>
      <dgm:t>
        <a:bodyPr/>
        <a:lstStyle/>
        <a:p>
          <a:endParaRPr lang="en-US"/>
        </a:p>
      </dgm:t>
    </dgm:pt>
    <dgm:pt modelId="{53AA01FE-FF4E-454D-849B-152C32AF0108}" type="pres">
      <dgm:prSet presAssocID="{4AA30B43-E4FF-4250-B9B4-0D5680468EE7}" presName="root" presStyleCnt="0">
        <dgm:presLayoutVars>
          <dgm:dir/>
          <dgm:resizeHandles val="exact"/>
        </dgm:presLayoutVars>
      </dgm:prSet>
      <dgm:spPr/>
    </dgm:pt>
    <dgm:pt modelId="{0BEA68CA-C666-4A09-9FDF-A7FD153DD593}" type="pres">
      <dgm:prSet presAssocID="{4AA30B43-E4FF-4250-B9B4-0D5680468EE7}" presName="container" presStyleCnt="0">
        <dgm:presLayoutVars>
          <dgm:dir/>
          <dgm:resizeHandles val="exact"/>
        </dgm:presLayoutVars>
      </dgm:prSet>
      <dgm:spPr/>
    </dgm:pt>
    <dgm:pt modelId="{91341F30-CBFF-404E-98EF-439325C59095}" type="pres">
      <dgm:prSet presAssocID="{1F376E17-CFAF-445F-BA78-24ACE9298614}" presName="compNode" presStyleCnt="0"/>
      <dgm:spPr/>
    </dgm:pt>
    <dgm:pt modelId="{62D47463-588D-4C63-9C85-3EBA1DBA1BB4}" type="pres">
      <dgm:prSet presAssocID="{1F376E17-CFAF-445F-BA78-24ACE9298614}" presName="iconBgRect" presStyleLbl="bgShp" presStyleIdx="0" presStyleCnt="4"/>
      <dgm:spPr/>
    </dgm:pt>
    <dgm:pt modelId="{70ACECD5-CBD0-4D7F-B7F0-30BB03C6B15B}" type="pres">
      <dgm:prSet presAssocID="{1F376E17-CFAF-445F-BA78-24ACE9298614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17436626-D831-4255-9941-1517E84706B2}" type="pres">
      <dgm:prSet presAssocID="{1F376E17-CFAF-445F-BA78-24ACE9298614}" presName="spaceRect" presStyleCnt="0"/>
      <dgm:spPr/>
    </dgm:pt>
    <dgm:pt modelId="{F0759F27-0E00-4D59-B118-8313F2B13708}" type="pres">
      <dgm:prSet presAssocID="{1F376E17-CFAF-445F-BA78-24ACE9298614}" presName="textRect" presStyleLbl="revTx" presStyleIdx="0" presStyleCnt="4">
        <dgm:presLayoutVars>
          <dgm:chMax val="1"/>
          <dgm:chPref val="1"/>
        </dgm:presLayoutVars>
      </dgm:prSet>
      <dgm:spPr/>
    </dgm:pt>
    <dgm:pt modelId="{C98706F5-2E02-4773-95D2-269F135B35B8}" type="pres">
      <dgm:prSet presAssocID="{B94470A1-838E-474D-9668-F6AE2D8AD0DF}" presName="sibTrans" presStyleLbl="sibTrans2D1" presStyleIdx="0" presStyleCnt="0"/>
      <dgm:spPr/>
    </dgm:pt>
    <dgm:pt modelId="{4ABEB4B6-7648-493F-B059-8450DC54F310}" type="pres">
      <dgm:prSet presAssocID="{EEF85CFA-CBF5-4012-8EB2-57BD5968D14E}" presName="compNode" presStyleCnt="0"/>
      <dgm:spPr/>
    </dgm:pt>
    <dgm:pt modelId="{72F2DE39-8469-4232-B9F4-562B7A1E0E58}" type="pres">
      <dgm:prSet presAssocID="{EEF85CFA-CBF5-4012-8EB2-57BD5968D14E}" presName="iconBgRect" presStyleLbl="bgShp" presStyleIdx="1" presStyleCnt="4"/>
      <dgm:spPr/>
    </dgm:pt>
    <dgm:pt modelId="{C2BE6ED8-2069-47EE-8A21-407F3EA4A095}" type="pres">
      <dgm:prSet presAssocID="{EEF85CFA-CBF5-4012-8EB2-57BD5968D14E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Judge"/>
        </a:ext>
      </dgm:extLst>
    </dgm:pt>
    <dgm:pt modelId="{59FAA6A1-B4C0-4EA4-AB04-B5724EABD655}" type="pres">
      <dgm:prSet presAssocID="{EEF85CFA-CBF5-4012-8EB2-57BD5968D14E}" presName="spaceRect" presStyleCnt="0"/>
      <dgm:spPr/>
    </dgm:pt>
    <dgm:pt modelId="{824803FB-D069-40D1-B169-162C7514E98B}" type="pres">
      <dgm:prSet presAssocID="{EEF85CFA-CBF5-4012-8EB2-57BD5968D14E}" presName="textRect" presStyleLbl="revTx" presStyleIdx="1" presStyleCnt="4">
        <dgm:presLayoutVars>
          <dgm:chMax val="1"/>
          <dgm:chPref val="1"/>
        </dgm:presLayoutVars>
      </dgm:prSet>
      <dgm:spPr/>
    </dgm:pt>
    <dgm:pt modelId="{9306F634-B6DB-4337-9F35-C15027513475}" type="pres">
      <dgm:prSet presAssocID="{EDE5CDB2-28D5-403F-816E-16013A0D3B9A}" presName="sibTrans" presStyleLbl="sibTrans2D1" presStyleIdx="0" presStyleCnt="0"/>
      <dgm:spPr/>
    </dgm:pt>
    <dgm:pt modelId="{4212F6D3-B13C-4589-93E2-DBF32F4CED22}" type="pres">
      <dgm:prSet presAssocID="{3EACC982-AF9E-48AE-81B3-BA71D2B4D980}" presName="compNode" presStyleCnt="0"/>
      <dgm:spPr/>
    </dgm:pt>
    <dgm:pt modelId="{584096D9-6423-4B20-BE0B-1D4B1131AD42}" type="pres">
      <dgm:prSet presAssocID="{3EACC982-AF9E-48AE-81B3-BA71D2B4D980}" presName="iconBgRect" presStyleLbl="bgShp" presStyleIdx="2" presStyleCnt="4"/>
      <dgm:spPr/>
    </dgm:pt>
    <dgm:pt modelId="{9918D380-B3B8-4156-8C65-777313B2A409}" type="pres">
      <dgm:prSet presAssocID="{3EACC982-AF9E-48AE-81B3-BA71D2B4D980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vel"/>
        </a:ext>
      </dgm:extLst>
    </dgm:pt>
    <dgm:pt modelId="{C631341D-2F4A-4B02-9883-BAD7D051A166}" type="pres">
      <dgm:prSet presAssocID="{3EACC982-AF9E-48AE-81B3-BA71D2B4D980}" presName="spaceRect" presStyleCnt="0"/>
      <dgm:spPr/>
    </dgm:pt>
    <dgm:pt modelId="{F1CC9709-0398-42A6-9CF2-099261C2DDB0}" type="pres">
      <dgm:prSet presAssocID="{3EACC982-AF9E-48AE-81B3-BA71D2B4D980}" presName="textRect" presStyleLbl="revTx" presStyleIdx="2" presStyleCnt="4">
        <dgm:presLayoutVars>
          <dgm:chMax val="1"/>
          <dgm:chPref val="1"/>
        </dgm:presLayoutVars>
      </dgm:prSet>
      <dgm:spPr/>
    </dgm:pt>
    <dgm:pt modelId="{50F16348-1C2E-4F87-9291-D375A7D2AE6A}" type="pres">
      <dgm:prSet presAssocID="{5C074639-FFF1-4BD2-A1D8-5A9F8BAC59F3}" presName="sibTrans" presStyleLbl="sibTrans2D1" presStyleIdx="0" presStyleCnt="0"/>
      <dgm:spPr/>
    </dgm:pt>
    <dgm:pt modelId="{E32056A8-6137-47D8-8153-7D9BC585B028}" type="pres">
      <dgm:prSet presAssocID="{07FB55B0-A2A0-43B8-930F-12B3B3DEEE6D}" presName="compNode" presStyleCnt="0"/>
      <dgm:spPr/>
    </dgm:pt>
    <dgm:pt modelId="{2C14EFB0-0E8B-411A-846E-3F19FE65CE2D}" type="pres">
      <dgm:prSet presAssocID="{07FB55B0-A2A0-43B8-930F-12B3B3DEEE6D}" presName="iconBgRect" presStyleLbl="bgShp" presStyleIdx="3" presStyleCnt="4"/>
      <dgm:spPr/>
    </dgm:pt>
    <dgm:pt modelId="{2A55D74B-D888-4D9C-9EC2-1E6DB22D4135}" type="pres">
      <dgm:prSet presAssocID="{07FB55B0-A2A0-43B8-930F-12B3B3DEEE6D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g"/>
        </a:ext>
      </dgm:extLst>
    </dgm:pt>
    <dgm:pt modelId="{5ECB8C1A-6C61-49FC-8A60-4514F2DF7C24}" type="pres">
      <dgm:prSet presAssocID="{07FB55B0-A2A0-43B8-930F-12B3B3DEEE6D}" presName="spaceRect" presStyleCnt="0"/>
      <dgm:spPr/>
    </dgm:pt>
    <dgm:pt modelId="{4E141D5B-305B-4F58-B5D0-B95696FF1377}" type="pres">
      <dgm:prSet presAssocID="{07FB55B0-A2A0-43B8-930F-12B3B3DEEE6D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F4B6BB2C-5FD2-4075-B180-38A9A5DDEA78}" srcId="{4AA30B43-E4FF-4250-B9B4-0D5680468EE7}" destId="{1F376E17-CFAF-445F-BA78-24ACE9298614}" srcOrd="0" destOrd="0" parTransId="{BBCE1D6D-D406-44C9-A1FE-6EC75AEEB321}" sibTransId="{B94470A1-838E-474D-9668-F6AE2D8AD0DF}"/>
    <dgm:cxn modelId="{78F86061-DDA9-441E-A0D5-A09218E60980}" type="presOf" srcId="{EEF85CFA-CBF5-4012-8EB2-57BD5968D14E}" destId="{824803FB-D069-40D1-B169-162C7514E98B}" srcOrd="0" destOrd="0" presId="urn:microsoft.com/office/officeart/2018/2/layout/IconCircleList"/>
    <dgm:cxn modelId="{0B65E743-DAF6-4300-BFF3-1AD4E03A08AA}" srcId="{4AA30B43-E4FF-4250-B9B4-0D5680468EE7}" destId="{3EACC982-AF9E-48AE-81B3-BA71D2B4D980}" srcOrd="2" destOrd="0" parTransId="{E6E1F697-C2F8-4AA5-A919-DB4D3EBB550E}" sibTransId="{5C074639-FFF1-4BD2-A1D8-5A9F8BAC59F3}"/>
    <dgm:cxn modelId="{42F37C6C-7B8F-4F16-98D7-1C8775AD9FC8}" type="presOf" srcId="{07FB55B0-A2A0-43B8-930F-12B3B3DEEE6D}" destId="{4E141D5B-305B-4F58-B5D0-B95696FF1377}" srcOrd="0" destOrd="0" presId="urn:microsoft.com/office/officeart/2018/2/layout/IconCircleList"/>
    <dgm:cxn modelId="{3E9E6E70-2157-4E8C-96AE-E2409F776AE2}" type="presOf" srcId="{4AA30B43-E4FF-4250-B9B4-0D5680468EE7}" destId="{53AA01FE-FF4E-454D-849B-152C32AF0108}" srcOrd="0" destOrd="0" presId="urn:microsoft.com/office/officeart/2018/2/layout/IconCircleList"/>
    <dgm:cxn modelId="{41125B76-226D-48B7-9830-E382D4616E04}" type="presOf" srcId="{EDE5CDB2-28D5-403F-816E-16013A0D3B9A}" destId="{9306F634-B6DB-4337-9F35-C15027513475}" srcOrd="0" destOrd="0" presId="urn:microsoft.com/office/officeart/2018/2/layout/IconCircleList"/>
    <dgm:cxn modelId="{38CDDA81-9E25-4DB2-B6B9-32CBE11BAEAB}" type="presOf" srcId="{B94470A1-838E-474D-9668-F6AE2D8AD0DF}" destId="{C98706F5-2E02-4773-95D2-269F135B35B8}" srcOrd="0" destOrd="0" presId="urn:microsoft.com/office/officeart/2018/2/layout/IconCircleList"/>
    <dgm:cxn modelId="{91C20A84-45A1-4CFC-A842-4932BB266C68}" type="presOf" srcId="{3EACC982-AF9E-48AE-81B3-BA71D2B4D980}" destId="{F1CC9709-0398-42A6-9CF2-099261C2DDB0}" srcOrd="0" destOrd="0" presId="urn:microsoft.com/office/officeart/2018/2/layout/IconCircleList"/>
    <dgm:cxn modelId="{F891388A-5038-4B6F-AC26-412E32209978}" srcId="{4AA30B43-E4FF-4250-B9B4-0D5680468EE7}" destId="{07FB55B0-A2A0-43B8-930F-12B3B3DEEE6D}" srcOrd="3" destOrd="0" parTransId="{C6754FD8-67F2-48C7-A8D2-03D782DD14E8}" sibTransId="{122F0DA3-518D-484D-8E48-FCF6436D0113}"/>
    <dgm:cxn modelId="{05B6478B-3502-4A51-92DB-81FAF6169A75}" srcId="{4AA30B43-E4FF-4250-B9B4-0D5680468EE7}" destId="{EEF85CFA-CBF5-4012-8EB2-57BD5968D14E}" srcOrd="1" destOrd="0" parTransId="{819B0490-EF6A-4921-A872-866378F59B25}" sibTransId="{EDE5CDB2-28D5-403F-816E-16013A0D3B9A}"/>
    <dgm:cxn modelId="{05EEBEA0-EF72-4CE6-B7B2-18E8A8EC79DC}" type="presOf" srcId="{1F376E17-CFAF-445F-BA78-24ACE9298614}" destId="{F0759F27-0E00-4D59-B118-8313F2B13708}" srcOrd="0" destOrd="0" presId="urn:microsoft.com/office/officeart/2018/2/layout/IconCircleList"/>
    <dgm:cxn modelId="{923F8ADF-DFC1-4877-920D-F27751B33487}" type="presOf" srcId="{5C074639-FFF1-4BD2-A1D8-5A9F8BAC59F3}" destId="{50F16348-1C2E-4F87-9291-D375A7D2AE6A}" srcOrd="0" destOrd="0" presId="urn:microsoft.com/office/officeart/2018/2/layout/IconCircleList"/>
    <dgm:cxn modelId="{1EEFA3CA-5359-4C9B-A98B-5FEB63536744}" type="presParOf" srcId="{53AA01FE-FF4E-454D-849B-152C32AF0108}" destId="{0BEA68CA-C666-4A09-9FDF-A7FD153DD593}" srcOrd="0" destOrd="0" presId="urn:microsoft.com/office/officeart/2018/2/layout/IconCircleList"/>
    <dgm:cxn modelId="{EE4D4911-2860-4065-9620-9C8B3E908BBE}" type="presParOf" srcId="{0BEA68CA-C666-4A09-9FDF-A7FD153DD593}" destId="{91341F30-CBFF-404E-98EF-439325C59095}" srcOrd="0" destOrd="0" presId="urn:microsoft.com/office/officeart/2018/2/layout/IconCircleList"/>
    <dgm:cxn modelId="{F042A4F3-FB99-458C-BE05-DCF02297DC30}" type="presParOf" srcId="{91341F30-CBFF-404E-98EF-439325C59095}" destId="{62D47463-588D-4C63-9C85-3EBA1DBA1BB4}" srcOrd="0" destOrd="0" presId="urn:microsoft.com/office/officeart/2018/2/layout/IconCircleList"/>
    <dgm:cxn modelId="{FA6748FC-005B-4305-AAAD-437FAC16B573}" type="presParOf" srcId="{91341F30-CBFF-404E-98EF-439325C59095}" destId="{70ACECD5-CBD0-4D7F-B7F0-30BB03C6B15B}" srcOrd="1" destOrd="0" presId="urn:microsoft.com/office/officeart/2018/2/layout/IconCircleList"/>
    <dgm:cxn modelId="{A03C0AF1-4990-4DC9-A600-8F906F73CBA1}" type="presParOf" srcId="{91341F30-CBFF-404E-98EF-439325C59095}" destId="{17436626-D831-4255-9941-1517E84706B2}" srcOrd="2" destOrd="0" presId="urn:microsoft.com/office/officeart/2018/2/layout/IconCircleList"/>
    <dgm:cxn modelId="{275209B2-3164-43FD-834E-E9CFBFA5D571}" type="presParOf" srcId="{91341F30-CBFF-404E-98EF-439325C59095}" destId="{F0759F27-0E00-4D59-B118-8313F2B13708}" srcOrd="3" destOrd="0" presId="urn:microsoft.com/office/officeart/2018/2/layout/IconCircleList"/>
    <dgm:cxn modelId="{7DD77FEF-4B74-4AFD-BC9C-2C3B11370CA0}" type="presParOf" srcId="{0BEA68CA-C666-4A09-9FDF-A7FD153DD593}" destId="{C98706F5-2E02-4773-95D2-269F135B35B8}" srcOrd="1" destOrd="0" presId="urn:microsoft.com/office/officeart/2018/2/layout/IconCircleList"/>
    <dgm:cxn modelId="{1D3E1C4C-5AA3-48D7-8F05-E659BB232340}" type="presParOf" srcId="{0BEA68CA-C666-4A09-9FDF-A7FD153DD593}" destId="{4ABEB4B6-7648-493F-B059-8450DC54F310}" srcOrd="2" destOrd="0" presId="urn:microsoft.com/office/officeart/2018/2/layout/IconCircleList"/>
    <dgm:cxn modelId="{E610A860-BC60-438A-A65B-49A30A58C2CF}" type="presParOf" srcId="{4ABEB4B6-7648-493F-B059-8450DC54F310}" destId="{72F2DE39-8469-4232-B9F4-562B7A1E0E58}" srcOrd="0" destOrd="0" presId="urn:microsoft.com/office/officeart/2018/2/layout/IconCircleList"/>
    <dgm:cxn modelId="{A4B7D9A5-73A7-4515-A353-1F26C968C2DA}" type="presParOf" srcId="{4ABEB4B6-7648-493F-B059-8450DC54F310}" destId="{C2BE6ED8-2069-47EE-8A21-407F3EA4A095}" srcOrd="1" destOrd="0" presId="urn:microsoft.com/office/officeart/2018/2/layout/IconCircleList"/>
    <dgm:cxn modelId="{1216DF66-C6CA-4323-8020-7027765A6B4D}" type="presParOf" srcId="{4ABEB4B6-7648-493F-B059-8450DC54F310}" destId="{59FAA6A1-B4C0-4EA4-AB04-B5724EABD655}" srcOrd="2" destOrd="0" presId="urn:microsoft.com/office/officeart/2018/2/layout/IconCircleList"/>
    <dgm:cxn modelId="{65F604AE-5B08-4AF8-B66A-A864CCAE42AC}" type="presParOf" srcId="{4ABEB4B6-7648-493F-B059-8450DC54F310}" destId="{824803FB-D069-40D1-B169-162C7514E98B}" srcOrd="3" destOrd="0" presId="urn:microsoft.com/office/officeart/2018/2/layout/IconCircleList"/>
    <dgm:cxn modelId="{E0ED901B-D0A6-49E6-B78B-D96F41EAF2D6}" type="presParOf" srcId="{0BEA68CA-C666-4A09-9FDF-A7FD153DD593}" destId="{9306F634-B6DB-4337-9F35-C15027513475}" srcOrd="3" destOrd="0" presId="urn:microsoft.com/office/officeart/2018/2/layout/IconCircleList"/>
    <dgm:cxn modelId="{87151BDC-876D-44C9-877B-6FF018F44683}" type="presParOf" srcId="{0BEA68CA-C666-4A09-9FDF-A7FD153DD593}" destId="{4212F6D3-B13C-4589-93E2-DBF32F4CED22}" srcOrd="4" destOrd="0" presId="urn:microsoft.com/office/officeart/2018/2/layout/IconCircleList"/>
    <dgm:cxn modelId="{A20D21EA-2140-4848-A760-1E385AA30054}" type="presParOf" srcId="{4212F6D3-B13C-4589-93E2-DBF32F4CED22}" destId="{584096D9-6423-4B20-BE0B-1D4B1131AD42}" srcOrd="0" destOrd="0" presId="urn:microsoft.com/office/officeart/2018/2/layout/IconCircleList"/>
    <dgm:cxn modelId="{123237DA-49E9-462C-9FC4-A52B7A37BA71}" type="presParOf" srcId="{4212F6D3-B13C-4589-93E2-DBF32F4CED22}" destId="{9918D380-B3B8-4156-8C65-777313B2A409}" srcOrd="1" destOrd="0" presId="urn:microsoft.com/office/officeart/2018/2/layout/IconCircleList"/>
    <dgm:cxn modelId="{85266FBD-8529-44E8-8B9B-2BC4ABBF8355}" type="presParOf" srcId="{4212F6D3-B13C-4589-93E2-DBF32F4CED22}" destId="{C631341D-2F4A-4B02-9883-BAD7D051A166}" srcOrd="2" destOrd="0" presId="urn:microsoft.com/office/officeart/2018/2/layout/IconCircleList"/>
    <dgm:cxn modelId="{7BAFA29E-A915-4EA1-AEFC-4BED3E895C38}" type="presParOf" srcId="{4212F6D3-B13C-4589-93E2-DBF32F4CED22}" destId="{F1CC9709-0398-42A6-9CF2-099261C2DDB0}" srcOrd="3" destOrd="0" presId="urn:microsoft.com/office/officeart/2018/2/layout/IconCircleList"/>
    <dgm:cxn modelId="{155B24A8-24FB-4DA2-827C-973B7F5D1D79}" type="presParOf" srcId="{0BEA68CA-C666-4A09-9FDF-A7FD153DD593}" destId="{50F16348-1C2E-4F87-9291-D375A7D2AE6A}" srcOrd="5" destOrd="0" presId="urn:microsoft.com/office/officeart/2018/2/layout/IconCircleList"/>
    <dgm:cxn modelId="{9B188389-31B9-4BF1-906D-DED748D4A156}" type="presParOf" srcId="{0BEA68CA-C666-4A09-9FDF-A7FD153DD593}" destId="{E32056A8-6137-47D8-8153-7D9BC585B028}" srcOrd="6" destOrd="0" presId="urn:microsoft.com/office/officeart/2018/2/layout/IconCircleList"/>
    <dgm:cxn modelId="{5AFDFFB1-8B1C-4A93-A758-DE6D83BDBAC9}" type="presParOf" srcId="{E32056A8-6137-47D8-8153-7D9BC585B028}" destId="{2C14EFB0-0E8B-411A-846E-3F19FE65CE2D}" srcOrd="0" destOrd="0" presId="urn:microsoft.com/office/officeart/2018/2/layout/IconCircleList"/>
    <dgm:cxn modelId="{BE784046-D5C0-4E0B-A4C4-0465168A9C5D}" type="presParOf" srcId="{E32056A8-6137-47D8-8153-7D9BC585B028}" destId="{2A55D74B-D888-4D9C-9EC2-1E6DB22D4135}" srcOrd="1" destOrd="0" presId="urn:microsoft.com/office/officeart/2018/2/layout/IconCircleList"/>
    <dgm:cxn modelId="{BE0F2552-E1C5-4A2B-93D8-9088A3ADBDF7}" type="presParOf" srcId="{E32056A8-6137-47D8-8153-7D9BC585B028}" destId="{5ECB8C1A-6C61-49FC-8A60-4514F2DF7C24}" srcOrd="2" destOrd="0" presId="urn:microsoft.com/office/officeart/2018/2/layout/IconCircleList"/>
    <dgm:cxn modelId="{2B00C62D-DA3C-473B-9B51-51C382B83468}" type="presParOf" srcId="{E32056A8-6137-47D8-8153-7D9BC585B028}" destId="{4E141D5B-305B-4F58-B5D0-B95696FF1377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660FAAB-A185-4CD2-95BC-0E66742A17E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AB4FB162-4B12-4120-B360-18DD2F6482AC}">
      <dgm:prSet/>
      <dgm:spPr/>
      <dgm:t>
        <a:bodyPr/>
        <a:lstStyle/>
        <a:p>
          <a:r>
            <a:rPr lang="en-US"/>
            <a:t>• Democratic reforms must be brought about through political practice.</a:t>
          </a:r>
        </a:p>
      </dgm:t>
    </dgm:pt>
    <dgm:pt modelId="{62B46B8A-5F84-4F43-9A0F-1FB6D171DEEB}" type="parTrans" cxnId="{1B99EBBF-EB04-49D0-875A-7C299ACBE854}">
      <dgm:prSet/>
      <dgm:spPr/>
      <dgm:t>
        <a:bodyPr/>
        <a:lstStyle/>
        <a:p>
          <a:endParaRPr lang="en-US"/>
        </a:p>
      </dgm:t>
    </dgm:pt>
    <dgm:pt modelId="{5D5FA951-83B5-44BE-85B5-BB26BD6D41B9}" type="sibTrans" cxnId="{1B99EBBF-EB04-49D0-875A-7C299ACBE854}">
      <dgm:prSet/>
      <dgm:spPr/>
      <dgm:t>
        <a:bodyPr/>
        <a:lstStyle/>
        <a:p>
          <a:endParaRPr lang="en-US"/>
        </a:p>
      </dgm:t>
    </dgm:pt>
    <dgm:pt modelId="{CB5ECFAC-7E18-4B1E-A50C-3E2F6E76A994}">
      <dgm:prSet/>
      <dgm:spPr/>
      <dgm:t>
        <a:bodyPr/>
        <a:lstStyle/>
        <a:p>
          <a:r>
            <a:rPr lang="en-US"/>
            <a:t>• The main focus should be on strengthening democratic practice.</a:t>
          </a:r>
        </a:p>
      </dgm:t>
    </dgm:pt>
    <dgm:pt modelId="{3D903DFA-F52B-4D5E-B69B-8C7AAA8DA282}" type="parTrans" cxnId="{879832B7-DE53-4081-9410-4E78B354D4E5}">
      <dgm:prSet/>
      <dgm:spPr/>
      <dgm:t>
        <a:bodyPr/>
        <a:lstStyle/>
        <a:p>
          <a:endParaRPr lang="en-US"/>
        </a:p>
      </dgm:t>
    </dgm:pt>
    <dgm:pt modelId="{B5F69CB8-87D1-44E2-A319-626AA125D803}" type="sibTrans" cxnId="{879832B7-DE53-4081-9410-4E78B354D4E5}">
      <dgm:prSet/>
      <dgm:spPr/>
      <dgm:t>
        <a:bodyPr/>
        <a:lstStyle/>
        <a:p>
          <a:endParaRPr lang="en-US"/>
        </a:p>
      </dgm:t>
    </dgm:pt>
    <dgm:pt modelId="{E9C2CD9E-491E-4E23-9AB4-3B9574ED0F2A}">
      <dgm:prSet/>
      <dgm:spPr/>
      <dgm:t>
        <a:bodyPr/>
        <a:lstStyle/>
        <a:p>
          <a:r>
            <a:rPr lang="en-US"/>
            <a:t>• Proposals must address what the solution is, who will implement it, and how.</a:t>
          </a:r>
        </a:p>
      </dgm:t>
    </dgm:pt>
    <dgm:pt modelId="{00CA916E-BBB6-4192-BAEB-CFBC852B05FA}" type="parTrans" cxnId="{C5C1FE55-1A68-492F-A7BD-3174CB4C69C1}">
      <dgm:prSet/>
      <dgm:spPr/>
      <dgm:t>
        <a:bodyPr/>
        <a:lstStyle/>
        <a:p>
          <a:endParaRPr lang="en-US"/>
        </a:p>
      </dgm:t>
    </dgm:pt>
    <dgm:pt modelId="{E23A2F79-E269-48EE-85A6-39D272CD881D}" type="sibTrans" cxnId="{C5C1FE55-1A68-492F-A7BD-3174CB4C69C1}">
      <dgm:prSet/>
      <dgm:spPr/>
      <dgm:t>
        <a:bodyPr/>
        <a:lstStyle/>
        <a:p>
          <a:endParaRPr lang="en-US"/>
        </a:p>
      </dgm:t>
    </dgm:pt>
    <dgm:pt modelId="{C07B9A51-B39F-48D5-A2AB-57B6BB856B34}">
      <dgm:prSet/>
      <dgm:spPr/>
      <dgm:t>
        <a:bodyPr/>
        <a:lstStyle/>
        <a:p>
          <a:r>
            <a:rPr lang="en-US"/>
            <a:t>• While legislatures pass laws, citizens, organizations, and the media must help implement them.</a:t>
          </a:r>
        </a:p>
      </dgm:t>
    </dgm:pt>
    <dgm:pt modelId="{BA4BEFFC-70AD-4B16-AFBA-07349D170F18}" type="parTrans" cxnId="{F6E05384-E139-48B0-A9D1-4AE811DB5A00}">
      <dgm:prSet/>
      <dgm:spPr/>
      <dgm:t>
        <a:bodyPr/>
        <a:lstStyle/>
        <a:p>
          <a:endParaRPr lang="en-US"/>
        </a:p>
      </dgm:t>
    </dgm:pt>
    <dgm:pt modelId="{E45233C1-26E2-4E34-8488-F8B8422B58F8}" type="sibTrans" cxnId="{F6E05384-E139-48B0-A9D1-4AE811DB5A00}">
      <dgm:prSet/>
      <dgm:spPr/>
      <dgm:t>
        <a:bodyPr/>
        <a:lstStyle/>
        <a:p>
          <a:endParaRPr lang="en-US"/>
        </a:p>
      </dgm:t>
    </dgm:pt>
    <dgm:pt modelId="{FDE804E5-C5CD-4D81-B153-E10E496D0922}" type="pres">
      <dgm:prSet presAssocID="{D660FAAB-A185-4CD2-95BC-0E66742A17EF}" presName="root" presStyleCnt="0">
        <dgm:presLayoutVars>
          <dgm:dir/>
          <dgm:resizeHandles val="exact"/>
        </dgm:presLayoutVars>
      </dgm:prSet>
      <dgm:spPr/>
    </dgm:pt>
    <dgm:pt modelId="{AD1A848D-5F62-454A-A5C1-4828D07F6289}" type="pres">
      <dgm:prSet presAssocID="{AB4FB162-4B12-4120-B360-18DD2F6482AC}" presName="compNode" presStyleCnt="0"/>
      <dgm:spPr/>
    </dgm:pt>
    <dgm:pt modelId="{1BEDBE7C-D999-4265-9DC2-4A32A2CD8042}" type="pres">
      <dgm:prSet presAssocID="{AB4FB162-4B12-4120-B360-18DD2F6482AC}" presName="bgRect" presStyleLbl="bgShp" presStyleIdx="0" presStyleCnt="4"/>
      <dgm:spPr/>
    </dgm:pt>
    <dgm:pt modelId="{D8CF3890-92E5-4BBD-B56F-4FCCD18EEA57}" type="pres">
      <dgm:prSet presAssocID="{AB4FB162-4B12-4120-B360-18DD2F6482AC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"/>
        </a:ext>
      </dgm:extLst>
    </dgm:pt>
    <dgm:pt modelId="{9178F72C-2B69-43C4-9A2D-0812013C2852}" type="pres">
      <dgm:prSet presAssocID="{AB4FB162-4B12-4120-B360-18DD2F6482AC}" presName="spaceRect" presStyleCnt="0"/>
      <dgm:spPr/>
    </dgm:pt>
    <dgm:pt modelId="{7D9C10B8-512D-417E-AE5A-86BE31222260}" type="pres">
      <dgm:prSet presAssocID="{AB4FB162-4B12-4120-B360-18DD2F6482AC}" presName="parTx" presStyleLbl="revTx" presStyleIdx="0" presStyleCnt="4">
        <dgm:presLayoutVars>
          <dgm:chMax val="0"/>
          <dgm:chPref val="0"/>
        </dgm:presLayoutVars>
      </dgm:prSet>
      <dgm:spPr/>
    </dgm:pt>
    <dgm:pt modelId="{8BA28F47-7FB1-4A6D-9B31-E268BADA43E4}" type="pres">
      <dgm:prSet presAssocID="{5D5FA951-83B5-44BE-85B5-BB26BD6D41B9}" presName="sibTrans" presStyleCnt="0"/>
      <dgm:spPr/>
    </dgm:pt>
    <dgm:pt modelId="{E0773AF1-809C-45FA-A38A-13CEE482AB6F}" type="pres">
      <dgm:prSet presAssocID="{CB5ECFAC-7E18-4B1E-A50C-3E2F6E76A994}" presName="compNode" presStyleCnt="0"/>
      <dgm:spPr/>
    </dgm:pt>
    <dgm:pt modelId="{86C01E15-CFAA-42EF-9088-FF9E4FF4E55D}" type="pres">
      <dgm:prSet presAssocID="{CB5ECFAC-7E18-4B1E-A50C-3E2F6E76A994}" presName="bgRect" presStyleLbl="bgShp" presStyleIdx="1" presStyleCnt="4"/>
      <dgm:spPr/>
    </dgm:pt>
    <dgm:pt modelId="{2180FA39-59CD-4E81-83B6-4A10198F9165}" type="pres">
      <dgm:prSet presAssocID="{CB5ECFAC-7E18-4B1E-A50C-3E2F6E76A994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ecturer"/>
        </a:ext>
      </dgm:extLst>
    </dgm:pt>
    <dgm:pt modelId="{0381D321-84A7-46E8-920D-4154BE98B2D5}" type="pres">
      <dgm:prSet presAssocID="{CB5ECFAC-7E18-4B1E-A50C-3E2F6E76A994}" presName="spaceRect" presStyleCnt="0"/>
      <dgm:spPr/>
    </dgm:pt>
    <dgm:pt modelId="{DB09A251-D1C3-4819-AB05-A49987F3F4E3}" type="pres">
      <dgm:prSet presAssocID="{CB5ECFAC-7E18-4B1E-A50C-3E2F6E76A994}" presName="parTx" presStyleLbl="revTx" presStyleIdx="1" presStyleCnt="4">
        <dgm:presLayoutVars>
          <dgm:chMax val="0"/>
          <dgm:chPref val="0"/>
        </dgm:presLayoutVars>
      </dgm:prSet>
      <dgm:spPr/>
    </dgm:pt>
    <dgm:pt modelId="{7F206869-5DF1-4F42-A3CF-B36E74011753}" type="pres">
      <dgm:prSet presAssocID="{B5F69CB8-87D1-44E2-A319-626AA125D803}" presName="sibTrans" presStyleCnt="0"/>
      <dgm:spPr/>
    </dgm:pt>
    <dgm:pt modelId="{93F7DCB5-8E4D-4F43-B072-64B192A1C80C}" type="pres">
      <dgm:prSet presAssocID="{E9C2CD9E-491E-4E23-9AB4-3B9574ED0F2A}" presName="compNode" presStyleCnt="0"/>
      <dgm:spPr/>
    </dgm:pt>
    <dgm:pt modelId="{8FFF49EE-DF98-41F8-98E3-B6C941704AB7}" type="pres">
      <dgm:prSet presAssocID="{E9C2CD9E-491E-4E23-9AB4-3B9574ED0F2A}" presName="bgRect" presStyleLbl="bgShp" presStyleIdx="2" presStyleCnt="4"/>
      <dgm:spPr/>
    </dgm:pt>
    <dgm:pt modelId="{D1F2B946-008B-480A-A093-7A15DF2BDD7D}" type="pres">
      <dgm:prSet presAssocID="{E9C2CD9E-491E-4E23-9AB4-3B9574ED0F2A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s"/>
        </a:ext>
      </dgm:extLst>
    </dgm:pt>
    <dgm:pt modelId="{BA8C0A0D-307B-4511-8145-F8985F1BB92F}" type="pres">
      <dgm:prSet presAssocID="{E9C2CD9E-491E-4E23-9AB4-3B9574ED0F2A}" presName="spaceRect" presStyleCnt="0"/>
      <dgm:spPr/>
    </dgm:pt>
    <dgm:pt modelId="{2F5BC6C1-3B99-4B6F-9DA2-227F2EEEDC80}" type="pres">
      <dgm:prSet presAssocID="{E9C2CD9E-491E-4E23-9AB4-3B9574ED0F2A}" presName="parTx" presStyleLbl="revTx" presStyleIdx="2" presStyleCnt="4">
        <dgm:presLayoutVars>
          <dgm:chMax val="0"/>
          <dgm:chPref val="0"/>
        </dgm:presLayoutVars>
      </dgm:prSet>
      <dgm:spPr/>
    </dgm:pt>
    <dgm:pt modelId="{5EC7114B-1EEE-4462-88FC-374F0506161F}" type="pres">
      <dgm:prSet presAssocID="{E23A2F79-E269-48EE-85A6-39D272CD881D}" presName="sibTrans" presStyleCnt="0"/>
      <dgm:spPr/>
    </dgm:pt>
    <dgm:pt modelId="{2ACE4836-48B5-4C12-B1E2-77100E0D7636}" type="pres">
      <dgm:prSet presAssocID="{C07B9A51-B39F-48D5-A2AB-57B6BB856B34}" presName="compNode" presStyleCnt="0"/>
      <dgm:spPr/>
    </dgm:pt>
    <dgm:pt modelId="{CAABFD1F-5863-48FC-B256-D29DE9AFE515}" type="pres">
      <dgm:prSet presAssocID="{C07B9A51-B39F-48D5-A2AB-57B6BB856B34}" presName="bgRect" presStyleLbl="bgShp" presStyleIdx="3" presStyleCnt="4"/>
      <dgm:spPr/>
    </dgm:pt>
    <dgm:pt modelId="{5C776492-3760-4AB9-B41D-1B20A9A2B534}" type="pres">
      <dgm:prSet presAssocID="{C07B9A51-B39F-48D5-A2AB-57B6BB856B34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vel"/>
        </a:ext>
      </dgm:extLst>
    </dgm:pt>
    <dgm:pt modelId="{076CDBE4-39E7-4609-BA1B-DBFF7A7A2F7C}" type="pres">
      <dgm:prSet presAssocID="{C07B9A51-B39F-48D5-A2AB-57B6BB856B34}" presName="spaceRect" presStyleCnt="0"/>
      <dgm:spPr/>
    </dgm:pt>
    <dgm:pt modelId="{7281B398-8814-40AD-BF37-E03273B8F580}" type="pres">
      <dgm:prSet presAssocID="{C07B9A51-B39F-48D5-A2AB-57B6BB856B34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C3E74147-92D0-4F1E-9414-45E9867334AA}" type="presOf" srcId="{E9C2CD9E-491E-4E23-9AB4-3B9574ED0F2A}" destId="{2F5BC6C1-3B99-4B6F-9DA2-227F2EEEDC80}" srcOrd="0" destOrd="0" presId="urn:microsoft.com/office/officeart/2018/2/layout/IconVerticalSolidList"/>
    <dgm:cxn modelId="{C5C1FE55-1A68-492F-A7BD-3174CB4C69C1}" srcId="{D660FAAB-A185-4CD2-95BC-0E66742A17EF}" destId="{E9C2CD9E-491E-4E23-9AB4-3B9574ED0F2A}" srcOrd="2" destOrd="0" parTransId="{00CA916E-BBB6-4192-BAEB-CFBC852B05FA}" sibTransId="{E23A2F79-E269-48EE-85A6-39D272CD881D}"/>
    <dgm:cxn modelId="{F6E05384-E139-48B0-A9D1-4AE811DB5A00}" srcId="{D660FAAB-A185-4CD2-95BC-0E66742A17EF}" destId="{C07B9A51-B39F-48D5-A2AB-57B6BB856B34}" srcOrd="3" destOrd="0" parTransId="{BA4BEFFC-70AD-4B16-AFBA-07349D170F18}" sibTransId="{E45233C1-26E2-4E34-8488-F8B8422B58F8}"/>
    <dgm:cxn modelId="{74D475B3-F29D-458C-9927-23C5425343A2}" type="presOf" srcId="{CB5ECFAC-7E18-4B1E-A50C-3E2F6E76A994}" destId="{DB09A251-D1C3-4819-AB05-A49987F3F4E3}" srcOrd="0" destOrd="0" presId="urn:microsoft.com/office/officeart/2018/2/layout/IconVerticalSolidList"/>
    <dgm:cxn modelId="{879832B7-DE53-4081-9410-4E78B354D4E5}" srcId="{D660FAAB-A185-4CD2-95BC-0E66742A17EF}" destId="{CB5ECFAC-7E18-4B1E-A50C-3E2F6E76A994}" srcOrd="1" destOrd="0" parTransId="{3D903DFA-F52B-4D5E-B69B-8C7AAA8DA282}" sibTransId="{B5F69CB8-87D1-44E2-A319-626AA125D803}"/>
    <dgm:cxn modelId="{1B99EBBF-EB04-49D0-875A-7C299ACBE854}" srcId="{D660FAAB-A185-4CD2-95BC-0E66742A17EF}" destId="{AB4FB162-4B12-4120-B360-18DD2F6482AC}" srcOrd="0" destOrd="0" parTransId="{62B46B8A-5F84-4F43-9A0F-1FB6D171DEEB}" sibTransId="{5D5FA951-83B5-44BE-85B5-BB26BD6D41B9}"/>
    <dgm:cxn modelId="{6B9A30E0-7F5A-4D51-A00C-B0A9A02BF7BD}" type="presOf" srcId="{C07B9A51-B39F-48D5-A2AB-57B6BB856B34}" destId="{7281B398-8814-40AD-BF37-E03273B8F580}" srcOrd="0" destOrd="0" presId="urn:microsoft.com/office/officeart/2018/2/layout/IconVerticalSolidList"/>
    <dgm:cxn modelId="{4A8500E2-3BCF-423F-A5DE-A4E757C8833F}" type="presOf" srcId="{AB4FB162-4B12-4120-B360-18DD2F6482AC}" destId="{7D9C10B8-512D-417E-AE5A-86BE31222260}" srcOrd="0" destOrd="0" presId="urn:microsoft.com/office/officeart/2018/2/layout/IconVerticalSolidList"/>
    <dgm:cxn modelId="{79AFD0E4-32C3-4492-B708-6E6EE6F5C8BB}" type="presOf" srcId="{D660FAAB-A185-4CD2-95BC-0E66742A17EF}" destId="{FDE804E5-C5CD-4D81-B153-E10E496D0922}" srcOrd="0" destOrd="0" presId="urn:microsoft.com/office/officeart/2018/2/layout/IconVerticalSolidList"/>
    <dgm:cxn modelId="{A5D882A7-02ED-49BE-A476-8E6B02A38438}" type="presParOf" srcId="{FDE804E5-C5CD-4D81-B153-E10E496D0922}" destId="{AD1A848D-5F62-454A-A5C1-4828D07F6289}" srcOrd="0" destOrd="0" presId="urn:microsoft.com/office/officeart/2018/2/layout/IconVerticalSolidList"/>
    <dgm:cxn modelId="{8A640C28-CFA3-47D9-A09B-4147ED8EA74A}" type="presParOf" srcId="{AD1A848D-5F62-454A-A5C1-4828D07F6289}" destId="{1BEDBE7C-D999-4265-9DC2-4A32A2CD8042}" srcOrd="0" destOrd="0" presId="urn:microsoft.com/office/officeart/2018/2/layout/IconVerticalSolidList"/>
    <dgm:cxn modelId="{B87BB86C-F6DD-437F-838A-585904CD1FDD}" type="presParOf" srcId="{AD1A848D-5F62-454A-A5C1-4828D07F6289}" destId="{D8CF3890-92E5-4BBD-B56F-4FCCD18EEA57}" srcOrd="1" destOrd="0" presId="urn:microsoft.com/office/officeart/2018/2/layout/IconVerticalSolidList"/>
    <dgm:cxn modelId="{46EFBCD9-0F48-4B69-9B04-146FF67D9E80}" type="presParOf" srcId="{AD1A848D-5F62-454A-A5C1-4828D07F6289}" destId="{9178F72C-2B69-43C4-9A2D-0812013C2852}" srcOrd="2" destOrd="0" presId="urn:microsoft.com/office/officeart/2018/2/layout/IconVerticalSolidList"/>
    <dgm:cxn modelId="{DAA0031A-3251-4992-9677-A5013349E815}" type="presParOf" srcId="{AD1A848D-5F62-454A-A5C1-4828D07F6289}" destId="{7D9C10B8-512D-417E-AE5A-86BE31222260}" srcOrd="3" destOrd="0" presId="urn:microsoft.com/office/officeart/2018/2/layout/IconVerticalSolidList"/>
    <dgm:cxn modelId="{59908B43-3D20-4900-A465-7D2C74384F48}" type="presParOf" srcId="{FDE804E5-C5CD-4D81-B153-E10E496D0922}" destId="{8BA28F47-7FB1-4A6D-9B31-E268BADA43E4}" srcOrd="1" destOrd="0" presId="urn:microsoft.com/office/officeart/2018/2/layout/IconVerticalSolidList"/>
    <dgm:cxn modelId="{136476D3-0A2C-41D0-992B-10282E935317}" type="presParOf" srcId="{FDE804E5-C5CD-4D81-B153-E10E496D0922}" destId="{E0773AF1-809C-45FA-A38A-13CEE482AB6F}" srcOrd="2" destOrd="0" presId="urn:microsoft.com/office/officeart/2018/2/layout/IconVerticalSolidList"/>
    <dgm:cxn modelId="{40A82CAF-0577-46C9-97F7-71CF1685F0BD}" type="presParOf" srcId="{E0773AF1-809C-45FA-A38A-13CEE482AB6F}" destId="{86C01E15-CFAA-42EF-9088-FF9E4FF4E55D}" srcOrd="0" destOrd="0" presId="urn:microsoft.com/office/officeart/2018/2/layout/IconVerticalSolidList"/>
    <dgm:cxn modelId="{E38858D2-CEB2-4E39-86B6-6D83F7B94C5D}" type="presParOf" srcId="{E0773AF1-809C-45FA-A38A-13CEE482AB6F}" destId="{2180FA39-59CD-4E81-83B6-4A10198F9165}" srcOrd="1" destOrd="0" presId="urn:microsoft.com/office/officeart/2018/2/layout/IconVerticalSolidList"/>
    <dgm:cxn modelId="{7EB74B02-929D-43FE-B6C5-43A5FBFD9A11}" type="presParOf" srcId="{E0773AF1-809C-45FA-A38A-13CEE482AB6F}" destId="{0381D321-84A7-46E8-920D-4154BE98B2D5}" srcOrd="2" destOrd="0" presId="urn:microsoft.com/office/officeart/2018/2/layout/IconVerticalSolidList"/>
    <dgm:cxn modelId="{1B2B58F0-55E9-49CC-B6FB-253AC5EFF1D0}" type="presParOf" srcId="{E0773AF1-809C-45FA-A38A-13CEE482AB6F}" destId="{DB09A251-D1C3-4819-AB05-A49987F3F4E3}" srcOrd="3" destOrd="0" presId="urn:microsoft.com/office/officeart/2018/2/layout/IconVerticalSolidList"/>
    <dgm:cxn modelId="{DE84B2DD-BBA0-4E75-B609-8224D5C736CD}" type="presParOf" srcId="{FDE804E5-C5CD-4D81-B153-E10E496D0922}" destId="{7F206869-5DF1-4F42-A3CF-B36E74011753}" srcOrd="3" destOrd="0" presId="urn:microsoft.com/office/officeart/2018/2/layout/IconVerticalSolidList"/>
    <dgm:cxn modelId="{BCCEE71F-8E1D-489F-BEDD-B98D21F78760}" type="presParOf" srcId="{FDE804E5-C5CD-4D81-B153-E10E496D0922}" destId="{93F7DCB5-8E4D-4F43-B072-64B192A1C80C}" srcOrd="4" destOrd="0" presId="urn:microsoft.com/office/officeart/2018/2/layout/IconVerticalSolidList"/>
    <dgm:cxn modelId="{70F755BA-ED6F-4C7A-B7A4-ED8FF00A7652}" type="presParOf" srcId="{93F7DCB5-8E4D-4F43-B072-64B192A1C80C}" destId="{8FFF49EE-DF98-41F8-98E3-B6C941704AB7}" srcOrd="0" destOrd="0" presId="urn:microsoft.com/office/officeart/2018/2/layout/IconVerticalSolidList"/>
    <dgm:cxn modelId="{0DCD361E-7C0E-4A8E-8BBA-F1D8C105E27C}" type="presParOf" srcId="{93F7DCB5-8E4D-4F43-B072-64B192A1C80C}" destId="{D1F2B946-008B-480A-A093-7A15DF2BDD7D}" srcOrd="1" destOrd="0" presId="urn:microsoft.com/office/officeart/2018/2/layout/IconVerticalSolidList"/>
    <dgm:cxn modelId="{4987CC36-71A0-419E-9BFB-BF0CFBFE16C2}" type="presParOf" srcId="{93F7DCB5-8E4D-4F43-B072-64B192A1C80C}" destId="{BA8C0A0D-307B-4511-8145-F8985F1BB92F}" srcOrd="2" destOrd="0" presId="urn:microsoft.com/office/officeart/2018/2/layout/IconVerticalSolidList"/>
    <dgm:cxn modelId="{D742949F-C878-4C6A-A392-9BDA806A1009}" type="presParOf" srcId="{93F7DCB5-8E4D-4F43-B072-64B192A1C80C}" destId="{2F5BC6C1-3B99-4B6F-9DA2-227F2EEEDC80}" srcOrd="3" destOrd="0" presId="urn:microsoft.com/office/officeart/2018/2/layout/IconVerticalSolidList"/>
    <dgm:cxn modelId="{9409EDBB-C1FD-4FCC-87FF-A6B79DB85EF5}" type="presParOf" srcId="{FDE804E5-C5CD-4D81-B153-E10E496D0922}" destId="{5EC7114B-1EEE-4462-88FC-374F0506161F}" srcOrd="5" destOrd="0" presId="urn:microsoft.com/office/officeart/2018/2/layout/IconVerticalSolidList"/>
    <dgm:cxn modelId="{A5D63311-DDE5-41F3-95D5-297B7A3FAEBC}" type="presParOf" srcId="{FDE804E5-C5CD-4D81-B153-E10E496D0922}" destId="{2ACE4836-48B5-4C12-B1E2-77100E0D7636}" srcOrd="6" destOrd="0" presId="urn:microsoft.com/office/officeart/2018/2/layout/IconVerticalSolidList"/>
    <dgm:cxn modelId="{6C8386F9-B830-40BA-94FB-7EC703B8F6ED}" type="presParOf" srcId="{2ACE4836-48B5-4C12-B1E2-77100E0D7636}" destId="{CAABFD1F-5863-48FC-B256-D29DE9AFE515}" srcOrd="0" destOrd="0" presId="urn:microsoft.com/office/officeart/2018/2/layout/IconVerticalSolidList"/>
    <dgm:cxn modelId="{2F72B77A-CCA3-40E3-8D8A-CC6915A62D5B}" type="presParOf" srcId="{2ACE4836-48B5-4C12-B1E2-77100E0D7636}" destId="{5C776492-3760-4AB9-B41D-1B20A9A2B534}" srcOrd="1" destOrd="0" presId="urn:microsoft.com/office/officeart/2018/2/layout/IconVerticalSolidList"/>
    <dgm:cxn modelId="{E7A168E7-FBE1-45D9-8960-B3D14ADE7BE9}" type="presParOf" srcId="{2ACE4836-48B5-4C12-B1E2-77100E0D7636}" destId="{076CDBE4-39E7-4609-BA1B-DBFF7A7A2F7C}" srcOrd="2" destOrd="0" presId="urn:microsoft.com/office/officeart/2018/2/layout/IconVerticalSolidList"/>
    <dgm:cxn modelId="{C693397F-EBE4-4AE3-A8B7-9C4FC3747A23}" type="presParOf" srcId="{2ACE4836-48B5-4C12-B1E2-77100E0D7636}" destId="{7281B398-8814-40AD-BF37-E03273B8F58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3FEEC9F-FA38-4AE7-9D36-1D5A0BD3B9DA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F8518CB-B77A-4FCF-A762-25E4E7137DF3}">
      <dgm:prSet/>
      <dgm:spPr/>
      <dgm:t>
        <a:bodyPr/>
        <a:lstStyle/>
        <a:p>
          <a:r>
            <a:rPr lang="en-US"/>
            <a:t>• Education for All: A literate society is an important resource; education brings awareness of political rights.</a:t>
          </a:r>
        </a:p>
      </dgm:t>
    </dgm:pt>
    <dgm:pt modelId="{D8C6859F-140E-4A09-AA2C-ECE84DD78479}" type="parTrans" cxnId="{344BA7C2-EB68-4EBC-9AD8-0C5B370F308A}">
      <dgm:prSet/>
      <dgm:spPr/>
      <dgm:t>
        <a:bodyPr/>
        <a:lstStyle/>
        <a:p>
          <a:endParaRPr lang="en-US"/>
        </a:p>
      </dgm:t>
    </dgm:pt>
    <dgm:pt modelId="{AF8CE615-52FC-4A03-A8B3-8969810C2202}" type="sibTrans" cxnId="{344BA7C2-EB68-4EBC-9AD8-0C5B370F308A}">
      <dgm:prSet/>
      <dgm:spPr/>
      <dgm:t>
        <a:bodyPr/>
        <a:lstStyle/>
        <a:p>
          <a:endParaRPr lang="en-US"/>
        </a:p>
      </dgm:t>
    </dgm:pt>
    <dgm:pt modelId="{5E74B6E8-5C7E-4DEE-92AC-CC6F4205695A}">
      <dgm:prSet/>
      <dgm:spPr/>
      <dgm:t>
        <a:bodyPr/>
        <a:lstStyle/>
        <a:p>
          <a:r>
            <a:rPr lang="en-US"/>
            <a:t>• Fundamental Rights: Ensures citizen rights are protected, increasing faith in the constitution.</a:t>
          </a:r>
        </a:p>
      </dgm:t>
    </dgm:pt>
    <dgm:pt modelId="{E56AF036-C027-4E40-BD35-672BEEC9F056}" type="parTrans" cxnId="{F73CA4DD-7714-4991-AB46-5520839E2DB2}">
      <dgm:prSet/>
      <dgm:spPr/>
      <dgm:t>
        <a:bodyPr/>
        <a:lstStyle/>
        <a:p>
          <a:endParaRPr lang="en-US"/>
        </a:p>
      </dgm:t>
    </dgm:pt>
    <dgm:pt modelId="{0EAB7EC7-AD62-414B-90E8-29AA1B894C61}" type="sibTrans" cxnId="{F73CA4DD-7714-4991-AB46-5520839E2DB2}">
      <dgm:prSet/>
      <dgm:spPr/>
      <dgm:t>
        <a:bodyPr/>
        <a:lstStyle/>
        <a:p>
          <a:endParaRPr lang="en-US"/>
        </a:p>
      </dgm:t>
    </dgm:pt>
    <dgm:pt modelId="{8EED90D5-7BE7-4EAC-83C7-75B936E14F77}">
      <dgm:prSet/>
      <dgm:spPr/>
      <dgm:t>
        <a:bodyPr/>
        <a:lstStyle/>
        <a:p>
          <a:r>
            <a:rPr lang="en-US"/>
            <a:t>• Freedom of Press: Helps form public opinion and raises awareness about societal issues.</a:t>
          </a:r>
        </a:p>
      </dgm:t>
    </dgm:pt>
    <dgm:pt modelId="{CA10535D-009F-48BE-80B5-32E13C207C66}" type="parTrans" cxnId="{0BD151AD-3679-4257-8D77-0FAF384AF32F}">
      <dgm:prSet/>
      <dgm:spPr/>
      <dgm:t>
        <a:bodyPr/>
        <a:lstStyle/>
        <a:p>
          <a:endParaRPr lang="en-US"/>
        </a:p>
      </dgm:t>
    </dgm:pt>
    <dgm:pt modelId="{35752226-F688-4009-96D0-3E9519787727}" type="sibTrans" cxnId="{0BD151AD-3679-4257-8D77-0FAF384AF32F}">
      <dgm:prSet/>
      <dgm:spPr/>
      <dgm:t>
        <a:bodyPr/>
        <a:lstStyle/>
        <a:p>
          <a:endParaRPr lang="en-US"/>
        </a:p>
      </dgm:t>
    </dgm:pt>
    <dgm:pt modelId="{9AD59D6C-17A8-4248-8EC6-030A916A96CF}" type="pres">
      <dgm:prSet presAssocID="{23FEEC9F-FA38-4AE7-9D36-1D5A0BD3B9DA}" presName="linear" presStyleCnt="0">
        <dgm:presLayoutVars>
          <dgm:animLvl val="lvl"/>
          <dgm:resizeHandles val="exact"/>
        </dgm:presLayoutVars>
      </dgm:prSet>
      <dgm:spPr/>
    </dgm:pt>
    <dgm:pt modelId="{177E99F4-92AA-4E93-A846-4C02EB2AFA80}" type="pres">
      <dgm:prSet presAssocID="{5F8518CB-B77A-4FCF-A762-25E4E7137DF3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8D9E5388-3165-4102-8134-CC4703BD7CBD}" type="pres">
      <dgm:prSet presAssocID="{AF8CE615-52FC-4A03-A8B3-8969810C2202}" presName="spacer" presStyleCnt="0"/>
      <dgm:spPr/>
    </dgm:pt>
    <dgm:pt modelId="{06B6DC17-892E-42E6-BC97-EE9C3F3D499A}" type="pres">
      <dgm:prSet presAssocID="{5E74B6E8-5C7E-4DEE-92AC-CC6F4205695A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18196801-409D-476D-83B4-6BD69CB6445F}" type="pres">
      <dgm:prSet presAssocID="{0EAB7EC7-AD62-414B-90E8-29AA1B894C61}" presName="spacer" presStyleCnt="0"/>
      <dgm:spPr/>
    </dgm:pt>
    <dgm:pt modelId="{34ABE67D-10F5-40B6-A13E-2758F7CAE2EB}" type="pres">
      <dgm:prSet presAssocID="{8EED90D5-7BE7-4EAC-83C7-75B936E14F77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E4639328-AD35-4CE6-B233-88B58C09E7CC}" type="presOf" srcId="{23FEEC9F-FA38-4AE7-9D36-1D5A0BD3B9DA}" destId="{9AD59D6C-17A8-4248-8EC6-030A916A96CF}" srcOrd="0" destOrd="0" presId="urn:microsoft.com/office/officeart/2005/8/layout/vList2"/>
    <dgm:cxn modelId="{04DB1831-164B-4F0C-BD8E-529E4C8B72C3}" type="presOf" srcId="{5F8518CB-B77A-4FCF-A762-25E4E7137DF3}" destId="{177E99F4-92AA-4E93-A846-4C02EB2AFA80}" srcOrd="0" destOrd="0" presId="urn:microsoft.com/office/officeart/2005/8/layout/vList2"/>
    <dgm:cxn modelId="{0BD151AD-3679-4257-8D77-0FAF384AF32F}" srcId="{23FEEC9F-FA38-4AE7-9D36-1D5A0BD3B9DA}" destId="{8EED90D5-7BE7-4EAC-83C7-75B936E14F77}" srcOrd="2" destOrd="0" parTransId="{CA10535D-009F-48BE-80B5-32E13C207C66}" sibTransId="{35752226-F688-4009-96D0-3E9519787727}"/>
    <dgm:cxn modelId="{611C98B7-EA10-4A2F-81A0-8634F823347B}" type="presOf" srcId="{5E74B6E8-5C7E-4DEE-92AC-CC6F4205695A}" destId="{06B6DC17-892E-42E6-BC97-EE9C3F3D499A}" srcOrd="0" destOrd="0" presId="urn:microsoft.com/office/officeart/2005/8/layout/vList2"/>
    <dgm:cxn modelId="{4CBE64BD-0259-4E14-874A-320977B4E3C9}" type="presOf" srcId="{8EED90D5-7BE7-4EAC-83C7-75B936E14F77}" destId="{34ABE67D-10F5-40B6-A13E-2758F7CAE2EB}" srcOrd="0" destOrd="0" presId="urn:microsoft.com/office/officeart/2005/8/layout/vList2"/>
    <dgm:cxn modelId="{344BA7C2-EB68-4EBC-9AD8-0C5B370F308A}" srcId="{23FEEC9F-FA38-4AE7-9D36-1D5A0BD3B9DA}" destId="{5F8518CB-B77A-4FCF-A762-25E4E7137DF3}" srcOrd="0" destOrd="0" parTransId="{D8C6859F-140E-4A09-AA2C-ECE84DD78479}" sibTransId="{AF8CE615-52FC-4A03-A8B3-8969810C2202}"/>
    <dgm:cxn modelId="{F73CA4DD-7714-4991-AB46-5520839E2DB2}" srcId="{23FEEC9F-FA38-4AE7-9D36-1D5A0BD3B9DA}" destId="{5E74B6E8-5C7E-4DEE-92AC-CC6F4205695A}" srcOrd="1" destOrd="0" parTransId="{E56AF036-C027-4E40-BD35-672BEEC9F056}" sibTransId="{0EAB7EC7-AD62-414B-90E8-29AA1B894C61}"/>
    <dgm:cxn modelId="{C2673944-0F45-4EBF-A8E9-7A34EF13B444}" type="presParOf" srcId="{9AD59D6C-17A8-4248-8EC6-030A916A96CF}" destId="{177E99F4-92AA-4E93-A846-4C02EB2AFA80}" srcOrd="0" destOrd="0" presId="urn:microsoft.com/office/officeart/2005/8/layout/vList2"/>
    <dgm:cxn modelId="{41483B8A-118D-4FBE-862C-B6FBB2ACA0FB}" type="presParOf" srcId="{9AD59D6C-17A8-4248-8EC6-030A916A96CF}" destId="{8D9E5388-3165-4102-8134-CC4703BD7CBD}" srcOrd="1" destOrd="0" presId="urn:microsoft.com/office/officeart/2005/8/layout/vList2"/>
    <dgm:cxn modelId="{38FB7006-B0F8-4660-8939-1530C7095C34}" type="presParOf" srcId="{9AD59D6C-17A8-4248-8EC6-030A916A96CF}" destId="{06B6DC17-892E-42E6-BC97-EE9C3F3D499A}" srcOrd="2" destOrd="0" presId="urn:microsoft.com/office/officeart/2005/8/layout/vList2"/>
    <dgm:cxn modelId="{1B15E60E-B193-473E-AF21-9BB0D3126777}" type="presParOf" srcId="{9AD59D6C-17A8-4248-8EC6-030A916A96CF}" destId="{18196801-409D-476D-83B4-6BD69CB6445F}" srcOrd="3" destOrd="0" presId="urn:microsoft.com/office/officeart/2005/8/layout/vList2"/>
    <dgm:cxn modelId="{F902E1E9-C313-45BC-AFDE-B8B179179178}" type="presParOf" srcId="{9AD59D6C-17A8-4248-8EC6-030A916A96CF}" destId="{34ABE67D-10F5-40B6-A13E-2758F7CAE2EB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029F22-88AF-47AB-BBCC-9E94D004BE0E}">
      <dsp:nvSpPr>
        <dsp:cNvPr id="0" name=""/>
        <dsp:cNvSpPr/>
      </dsp:nvSpPr>
      <dsp:spPr>
        <a:xfrm>
          <a:off x="282221" y="368029"/>
          <a:ext cx="1371985" cy="137198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09305A-4CA1-4B30-91F9-3FDDDB172D95}">
      <dsp:nvSpPr>
        <dsp:cNvPr id="0" name=""/>
        <dsp:cNvSpPr/>
      </dsp:nvSpPr>
      <dsp:spPr>
        <a:xfrm>
          <a:off x="570337" y="656145"/>
          <a:ext cx="795751" cy="79575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814EB3-4F26-470B-B495-85DEDC2BBA3A}">
      <dsp:nvSpPr>
        <dsp:cNvPr id="0" name=""/>
        <dsp:cNvSpPr/>
      </dsp:nvSpPr>
      <dsp:spPr>
        <a:xfrm>
          <a:off x="1948202" y="36802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• Law plays a crucial role by discouraging wrong political practices and encouraging good ones.</a:t>
          </a:r>
        </a:p>
      </dsp:txBody>
      <dsp:txXfrm>
        <a:off x="1948202" y="368029"/>
        <a:ext cx="3233964" cy="1371985"/>
      </dsp:txXfrm>
    </dsp:sp>
    <dsp:sp modelId="{534CEB6A-EFAA-4CCF-B24C-77DBB34E4346}">
      <dsp:nvSpPr>
        <dsp:cNvPr id="0" name=""/>
        <dsp:cNvSpPr/>
      </dsp:nvSpPr>
      <dsp:spPr>
        <a:xfrm>
          <a:off x="5745661" y="368029"/>
          <a:ext cx="1371985" cy="137198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C72E0B-CA72-4331-BB71-379F9809C44A}">
      <dsp:nvSpPr>
        <dsp:cNvPr id="0" name=""/>
        <dsp:cNvSpPr/>
      </dsp:nvSpPr>
      <dsp:spPr>
        <a:xfrm>
          <a:off x="6033778" y="656145"/>
          <a:ext cx="795751" cy="79575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713E56-8D66-4D3D-A925-FCDC74A8B662}">
      <dsp:nvSpPr>
        <dsp:cNvPr id="0" name=""/>
        <dsp:cNvSpPr/>
      </dsp:nvSpPr>
      <dsp:spPr>
        <a:xfrm>
          <a:off x="7411643" y="36802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• However, legal changes alone cannot overcome democratic challenges.</a:t>
          </a:r>
        </a:p>
      </dsp:txBody>
      <dsp:txXfrm>
        <a:off x="7411643" y="368029"/>
        <a:ext cx="3233964" cy="1371985"/>
      </dsp:txXfrm>
    </dsp:sp>
    <dsp:sp modelId="{5F8720ED-83DE-40F1-9A53-3829C0C70B9C}">
      <dsp:nvSpPr>
        <dsp:cNvPr id="0" name=""/>
        <dsp:cNvSpPr/>
      </dsp:nvSpPr>
      <dsp:spPr>
        <a:xfrm>
          <a:off x="282221" y="2452790"/>
          <a:ext cx="1371985" cy="137198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7ECBD0-59F9-4562-B05B-F4112E39F97D}">
      <dsp:nvSpPr>
        <dsp:cNvPr id="0" name=""/>
        <dsp:cNvSpPr/>
      </dsp:nvSpPr>
      <dsp:spPr>
        <a:xfrm>
          <a:off x="570337" y="2740907"/>
          <a:ext cx="795751" cy="79575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550863-86A6-438C-9419-476AB8F10646}">
      <dsp:nvSpPr>
        <dsp:cNvPr id="0" name=""/>
        <dsp:cNvSpPr/>
      </dsp:nvSpPr>
      <dsp:spPr>
        <a:xfrm>
          <a:off x="1948202" y="2452790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• Analogy: Changing cricket rules helps, but improving the game depends on players, coaches, and administrators.</a:t>
          </a:r>
        </a:p>
      </dsp:txBody>
      <dsp:txXfrm>
        <a:off x="1948202" y="2452790"/>
        <a:ext cx="3233964" cy="1371985"/>
      </dsp:txXfrm>
    </dsp:sp>
    <dsp:sp modelId="{BEA46BB8-1BA3-452C-96C8-6C726649A22E}">
      <dsp:nvSpPr>
        <dsp:cNvPr id="0" name=""/>
        <dsp:cNvSpPr/>
      </dsp:nvSpPr>
      <dsp:spPr>
        <a:xfrm>
          <a:off x="5745661" y="2452790"/>
          <a:ext cx="1371985" cy="137198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589DE0-CEAC-485F-91A9-181470B32DC0}">
      <dsp:nvSpPr>
        <dsp:cNvPr id="0" name=""/>
        <dsp:cNvSpPr/>
      </dsp:nvSpPr>
      <dsp:spPr>
        <a:xfrm>
          <a:off x="6033778" y="2740907"/>
          <a:ext cx="795751" cy="79575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D84EDC-AF65-4C9F-8602-E78C0B3CF3AF}">
      <dsp:nvSpPr>
        <dsp:cNvPr id="0" name=""/>
        <dsp:cNvSpPr/>
      </dsp:nvSpPr>
      <dsp:spPr>
        <a:xfrm>
          <a:off x="7411643" y="2452790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• Reforms must be driven by political activists, parties, movements, and conscious citizens.</a:t>
          </a:r>
        </a:p>
      </dsp:txBody>
      <dsp:txXfrm>
        <a:off x="7411643" y="2452790"/>
        <a:ext cx="3233964" cy="137198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D47463-588D-4C63-9C85-3EBA1DBA1BB4}">
      <dsp:nvSpPr>
        <dsp:cNvPr id="0" name=""/>
        <dsp:cNvSpPr/>
      </dsp:nvSpPr>
      <dsp:spPr>
        <a:xfrm>
          <a:off x="282221" y="368029"/>
          <a:ext cx="1371985" cy="137198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ACECD5-CBD0-4D7F-B7F0-30BB03C6B15B}">
      <dsp:nvSpPr>
        <dsp:cNvPr id="0" name=""/>
        <dsp:cNvSpPr/>
      </dsp:nvSpPr>
      <dsp:spPr>
        <a:xfrm>
          <a:off x="570337" y="656145"/>
          <a:ext cx="795751" cy="79575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759F27-0E00-4D59-B118-8313F2B13708}">
      <dsp:nvSpPr>
        <dsp:cNvPr id="0" name=""/>
        <dsp:cNvSpPr/>
      </dsp:nvSpPr>
      <dsp:spPr>
        <a:xfrm>
          <a:off x="1948202" y="36802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Legal changes can sometimes be counterproductive.</a:t>
          </a:r>
        </a:p>
      </dsp:txBody>
      <dsp:txXfrm>
        <a:off x="1948202" y="368029"/>
        <a:ext cx="3233964" cy="1371985"/>
      </dsp:txXfrm>
    </dsp:sp>
    <dsp:sp modelId="{72F2DE39-8469-4232-B9F4-562B7A1E0E58}">
      <dsp:nvSpPr>
        <dsp:cNvPr id="0" name=""/>
        <dsp:cNvSpPr/>
      </dsp:nvSpPr>
      <dsp:spPr>
        <a:xfrm>
          <a:off x="5745661" y="368029"/>
          <a:ext cx="1371985" cy="137198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BE6ED8-2069-47EE-8A21-407F3EA4A095}">
      <dsp:nvSpPr>
        <dsp:cNvPr id="0" name=""/>
        <dsp:cNvSpPr/>
      </dsp:nvSpPr>
      <dsp:spPr>
        <a:xfrm>
          <a:off x="6033778" y="656145"/>
          <a:ext cx="795751" cy="79575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4803FB-D069-40D1-B169-162C7514E98B}">
      <dsp:nvSpPr>
        <dsp:cNvPr id="0" name=""/>
        <dsp:cNvSpPr/>
      </dsp:nvSpPr>
      <dsp:spPr>
        <a:xfrm>
          <a:off x="7411643" y="36802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Example: Banning people with more than two children from panchayat elections denied democratic opportunities to the poor and women.</a:t>
          </a:r>
        </a:p>
      </dsp:txBody>
      <dsp:txXfrm>
        <a:off x="7411643" y="368029"/>
        <a:ext cx="3233964" cy="1371985"/>
      </dsp:txXfrm>
    </dsp:sp>
    <dsp:sp modelId="{584096D9-6423-4B20-BE0B-1D4B1131AD42}">
      <dsp:nvSpPr>
        <dsp:cNvPr id="0" name=""/>
        <dsp:cNvSpPr/>
      </dsp:nvSpPr>
      <dsp:spPr>
        <a:xfrm>
          <a:off x="282221" y="2452790"/>
          <a:ext cx="1371985" cy="137198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918D380-B3B8-4156-8C65-777313B2A409}">
      <dsp:nvSpPr>
        <dsp:cNvPr id="0" name=""/>
        <dsp:cNvSpPr/>
      </dsp:nvSpPr>
      <dsp:spPr>
        <a:xfrm>
          <a:off x="570337" y="2740907"/>
          <a:ext cx="795751" cy="79575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CC9709-0398-42A6-9CF2-099261C2DDB0}">
      <dsp:nvSpPr>
        <dsp:cNvPr id="0" name=""/>
        <dsp:cNvSpPr/>
      </dsp:nvSpPr>
      <dsp:spPr>
        <a:xfrm>
          <a:off x="1948202" y="2452790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Empowering laws are more successful than laws that simply ban actions.</a:t>
          </a:r>
        </a:p>
      </dsp:txBody>
      <dsp:txXfrm>
        <a:off x="1948202" y="2452790"/>
        <a:ext cx="3233964" cy="1371985"/>
      </dsp:txXfrm>
    </dsp:sp>
    <dsp:sp modelId="{2C14EFB0-0E8B-411A-846E-3F19FE65CE2D}">
      <dsp:nvSpPr>
        <dsp:cNvPr id="0" name=""/>
        <dsp:cNvSpPr/>
      </dsp:nvSpPr>
      <dsp:spPr>
        <a:xfrm>
          <a:off x="5745661" y="2452790"/>
          <a:ext cx="1371985" cy="137198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55D74B-D888-4D9C-9EC2-1E6DB22D4135}">
      <dsp:nvSpPr>
        <dsp:cNvPr id="0" name=""/>
        <dsp:cNvSpPr/>
      </dsp:nvSpPr>
      <dsp:spPr>
        <a:xfrm>
          <a:off x="6033778" y="2740907"/>
          <a:ext cx="795751" cy="79575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141D5B-305B-4F58-B5D0-B95696FF1377}">
      <dsp:nvSpPr>
        <dsp:cNvPr id="0" name=""/>
        <dsp:cNvSpPr/>
      </dsp:nvSpPr>
      <dsp:spPr>
        <a:xfrm>
          <a:off x="7411643" y="2452790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Example: The Right to Information Act empowers citizens to act as watchdogs, helping control corruption.</a:t>
          </a:r>
        </a:p>
      </dsp:txBody>
      <dsp:txXfrm>
        <a:off x="7411643" y="2452790"/>
        <a:ext cx="3233964" cy="137198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EDBE7C-D999-4265-9DC2-4A32A2CD8042}">
      <dsp:nvSpPr>
        <dsp:cNvPr id="0" name=""/>
        <dsp:cNvSpPr/>
      </dsp:nvSpPr>
      <dsp:spPr>
        <a:xfrm>
          <a:off x="0" y="2288"/>
          <a:ext cx="6364224" cy="115984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8CF3890-92E5-4BBD-B56F-4FCCD18EEA57}">
      <dsp:nvSpPr>
        <dsp:cNvPr id="0" name=""/>
        <dsp:cNvSpPr/>
      </dsp:nvSpPr>
      <dsp:spPr>
        <a:xfrm>
          <a:off x="350852" y="263253"/>
          <a:ext cx="637913" cy="63791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9C10B8-512D-417E-AE5A-86BE31222260}">
      <dsp:nvSpPr>
        <dsp:cNvPr id="0" name=""/>
        <dsp:cNvSpPr/>
      </dsp:nvSpPr>
      <dsp:spPr>
        <a:xfrm>
          <a:off x="1339618" y="2288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Democratic reforms must be brought about through political practice.</a:t>
          </a:r>
        </a:p>
      </dsp:txBody>
      <dsp:txXfrm>
        <a:off x="1339618" y="2288"/>
        <a:ext cx="5024605" cy="1159843"/>
      </dsp:txXfrm>
    </dsp:sp>
    <dsp:sp modelId="{86C01E15-CFAA-42EF-9088-FF9E4FF4E55D}">
      <dsp:nvSpPr>
        <dsp:cNvPr id="0" name=""/>
        <dsp:cNvSpPr/>
      </dsp:nvSpPr>
      <dsp:spPr>
        <a:xfrm>
          <a:off x="0" y="1452092"/>
          <a:ext cx="6364224" cy="1159843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180FA39-59CD-4E81-83B6-4A10198F9165}">
      <dsp:nvSpPr>
        <dsp:cNvPr id="0" name=""/>
        <dsp:cNvSpPr/>
      </dsp:nvSpPr>
      <dsp:spPr>
        <a:xfrm>
          <a:off x="350852" y="1713057"/>
          <a:ext cx="637913" cy="63791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09A251-D1C3-4819-AB05-A49987F3F4E3}">
      <dsp:nvSpPr>
        <dsp:cNvPr id="0" name=""/>
        <dsp:cNvSpPr/>
      </dsp:nvSpPr>
      <dsp:spPr>
        <a:xfrm>
          <a:off x="1339618" y="1452092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The main focus should be on strengthening democratic practice.</a:t>
          </a:r>
        </a:p>
      </dsp:txBody>
      <dsp:txXfrm>
        <a:off x="1339618" y="1452092"/>
        <a:ext cx="5024605" cy="1159843"/>
      </dsp:txXfrm>
    </dsp:sp>
    <dsp:sp modelId="{8FFF49EE-DF98-41F8-98E3-B6C941704AB7}">
      <dsp:nvSpPr>
        <dsp:cNvPr id="0" name=""/>
        <dsp:cNvSpPr/>
      </dsp:nvSpPr>
      <dsp:spPr>
        <a:xfrm>
          <a:off x="0" y="2901896"/>
          <a:ext cx="6364224" cy="115984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F2B946-008B-480A-A093-7A15DF2BDD7D}">
      <dsp:nvSpPr>
        <dsp:cNvPr id="0" name=""/>
        <dsp:cNvSpPr/>
      </dsp:nvSpPr>
      <dsp:spPr>
        <a:xfrm>
          <a:off x="350852" y="3162861"/>
          <a:ext cx="637913" cy="63791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5BC6C1-3B99-4B6F-9DA2-227F2EEEDC80}">
      <dsp:nvSpPr>
        <dsp:cNvPr id="0" name=""/>
        <dsp:cNvSpPr/>
      </dsp:nvSpPr>
      <dsp:spPr>
        <a:xfrm>
          <a:off x="1339618" y="2901896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Proposals must address what the solution is, who will implement it, and how.</a:t>
          </a:r>
        </a:p>
      </dsp:txBody>
      <dsp:txXfrm>
        <a:off x="1339618" y="2901896"/>
        <a:ext cx="5024605" cy="1159843"/>
      </dsp:txXfrm>
    </dsp:sp>
    <dsp:sp modelId="{CAABFD1F-5863-48FC-B256-D29DE9AFE515}">
      <dsp:nvSpPr>
        <dsp:cNvPr id="0" name=""/>
        <dsp:cNvSpPr/>
      </dsp:nvSpPr>
      <dsp:spPr>
        <a:xfrm>
          <a:off x="0" y="4351700"/>
          <a:ext cx="6364224" cy="115984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776492-3760-4AB9-B41D-1B20A9A2B534}">
      <dsp:nvSpPr>
        <dsp:cNvPr id="0" name=""/>
        <dsp:cNvSpPr/>
      </dsp:nvSpPr>
      <dsp:spPr>
        <a:xfrm>
          <a:off x="350852" y="4612665"/>
          <a:ext cx="637913" cy="63791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81B398-8814-40AD-BF37-E03273B8F580}">
      <dsp:nvSpPr>
        <dsp:cNvPr id="0" name=""/>
        <dsp:cNvSpPr/>
      </dsp:nvSpPr>
      <dsp:spPr>
        <a:xfrm>
          <a:off x="1339618" y="4351700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While legislatures pass laws, citizens, organizations, and the media must help implement them.</a:t>
          </a:r>
        </a:p>
      </dsp:txBody>
      <dsp:txXfrm>
        <a:off x="1339618" y="4351700"/>
        <a:ext cx="5024605" cy="115984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7E99F4-92AA-4E93-A846-4C02EB2AFA80}">
      <dsp:nvSpPr>
        <dsp:cNvPr id="0" name=""/>
        <dsp:cNvSpPr/>
      </dsp:nvSpPr>
      <dsp:spPr>
        <a:xfrm>
          <a:off x="0" y="195965"/>
          <a:ext cx="6364224" cy="16497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• Education for All: A literate society is an important resource; education brings awareness of political rights.</a:t>
          </a:r>
        </a:p>
      </dsp:txBody>
      <dsp:txXfrm>
        <a:off x="80532" y="276497"/>
        <a:ext cx="6203160" cy="1488636"/>
      </dsp:txXfrm>
    </dsp:sp>
    <dsp:sp modelId="{06B6DC17-892E-42E6-BC97-EE9C3F3D499A}">
      <dsp:nvSpPr>
        <dsp:cNvPr id="0" name=""/>
        <dsp:cNvSpPr/>
      </dsp:nvSpPr>
      <dsp:spPr>
        <a:xfrm>
          <a:off x="0" y="1932065"/>
          <a:ext cx="6364224" cy="1649700"/>
        </a:xfrm>
        <a:prstGeom prst="roundRect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• Fundamental Rights: Ensures citizen rights are protected, increasing faith in the constitution.</a:t>
          </a:r>
        </a:p>
      </dsp:txBody>
      <dsp:txXfrm>
        <a:off x="80532" y="2012597"/>
        <a:ext cx="6203160" cy="1488636"/>
      </dsp:txXfrm>
    </dsp:sp>
    <dsp:sp modelId="{34ABE67D-10F5-40B6-A13E-2758F7CAE2EB}">
      <dsp:nvSpPr>
        <dsp:cNvPr id="0" name=""/>
        <dsp:cNvSpPr/>
      </dsp:nvSpPr>
      <dsp:spPr>
        <a:xfrm>
          <a:off x="0" y="3668166"/>
          <a:ext cx="6364224" cy="1649700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• Freedom of Press: Helps form public opinion and raises awareness about societal issues.</a:t>
          </a:r>
        </a:p>
      </dsp:txBody>
      <dsp:txXfrm>
        <a:off x="80532" y="3748698"/>
        <a:ext cx="6203160" cy="14886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04A33-01E7-0838-0FEA-8A1E58701C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3D3F7A-4041-283B-1259-82C2CDD15E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1269DC-2649-E7F1-03C4-E86D51467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3892C-1176-44EB-97FC-E80A5166809E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5D8F52-0321-28F3-6F5D-9840FBC7D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6E34CF-5F4A-7FEE-033F-03990010C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1FAC0-6FE2-4EB1-A8F9-E9EACA662C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55804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EA3EF-CEE7-017D-B855-3A15F3C78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8611CF-81DD-791B-6BB1-1239257651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1F6C4B-E47A-D00A-9DDA-9D140EA20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3892C-1176-44EB-97FC-E80A5166809E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3FF488-A0DB-287A-FE0F-884A48E34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9772F4-8394-6047-A2E3-225BF067D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1FAC0-6FE2-4EB1-A8F9-E9EACA662C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2229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94B09-CEB8-FD4E-30D4-7770F6BB6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AF4AD9-2932-A95B-0F6C-8E192EA768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FE5787-B45E-CF89-54C6-82049AA14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3892C-1176-44EB-97FC-E80A5166809E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A6AB92-2D15-E308-9DE5-6C2880CF8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B61292-0118-63CD-40EA-87FE32396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1FAC0-6FE2-4EB1-A8F9-E9EACA662C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65774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2FEE1-7A9B-596D-F4DE-B9A05954D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5578D2-02A9-F393-63FB-374A782F68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8230CE-7C68-CC50-CE4B-7B05E2FE6F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4BCD9B-D3DF-4BCD-3C90-0A4C3A5E7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3892C-1176-44EB-97FC-E80A5166809E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43DDDC-6642-4C02-BB71-1AAB3A689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E562C7-08F2-858F-322F-BEC44E708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1FAC0-6FE2-4EB1-A8F9-E9EACA662C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79934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A825D-C968-B21D-75B3-CA53E9E31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E6A64-A888-6AD2-77AD-AC8F9B4463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0DEF57-00AC-CB15-7930-12F138EC15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E5A132-CAF1-7D6F-7CF2-BA2400D27A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FE28A1-F87A-E104-6551-8560D94D00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550EF8-22B4-0AC5-FD5A-DE0EAB0AA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3892C-1176-44EB-97FC-E80A5166809E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06F42A-FB1F-25F3-88AD-B7C09009E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B02A17F-405F-B332-2B48-C20056304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1FAC0-6FE2-4EB1-A8F9-E9EACA662C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15218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C4B74-15A8-E84B-0AE6-EFEF024B6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B56FAC-5DE5-4CA0-3675-494E665F2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3892C-1176-44EB-97FC-E80A5166809E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20834C-BB23-ADD1-97DB-415BAF6E5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5B0FBC-D7A0-6ACA-BEF7-00462384B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1FAC0-6FE2-4EB1-A8F9-E9EACA662C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53452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DE94BA-0153-1387-CA0E-6DF002DB5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3892C-1176-44EB-97FC-E80A5166809E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92241D-FC0C-E012-6CF5-E4319866D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894364-12F8-DE7B-5A7D-939226606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1FAC0-6FE2-4EB1-A8F9-E9EACA662C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5686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EA06F-BD4A-7409-D973-C9983A497C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C92257-9F33-AB91-ADD6-2047F18DC5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80A795-D4E9-D29A-6D57-882F6BA84C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C11C10-4D8E-9F09-72FC-C47A924AC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3892C-1176-44EB-97FC-E80A5166809E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AE89E0-4846-80D4-D294-FF46F776A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2E6D7A-0A5D-217C-342E-ACFDD88B3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1FAC0-6FE2-4EB1-A8F9-E9EACA662C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80978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88CD3-8E2E-C369-70EA-E1AE6F5F7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8ECBA5-CDC0-73EF-D09D-D1D34DAFA1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C3B92A-929C-8CDD-1225-DEA669D518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0DB3A9-61E8-F967-D170-FCE879D18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3892C-1176-44EB-97FC-E80A5166809E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72CC6B-4D24-D136-7643-089A53E20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C6B975-A251-36D9-C376-B1995061D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1FAC0-6FE2-4EB1-A8F9-E9EACA662C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57351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48BEF-0C9C-0626-DFB3-2599132FE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D69634-65A4-6D8B-F38E-56FA91D298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D7E55F-F731-B631-561A-12F447311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3892C-1176-44EB-97FC-E80A5166809E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B287F5-5A35-F937-8294-FFC5301F2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AD1FF2-83A9-3188-FF76-2530DFB1F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1FAC0-6FE2-4EB1-A8F9-E9EACA662C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0670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76E7E8C-CABE-3A64-4886-D7A337FA40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DEA63F-0F18-82FD-847A-4C036C9C70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E797B4-9139-EFFD-0630-FC079123C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3892C-1176-44EB-97FC-E80A5166809E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6BAD60-F340-4F84-EB18-BD9A7D01C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AC1506-6CC2-35A9-8762-82A1E845A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1FAC0-6FE2-4EB1-A8F9-E9EACA662C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58921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E909C-52A4-A436-2C6B-9866DBA45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560ECF-F6AB-1589-897D-1311FD0297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0775CB-6A7C-8D98-AE01-AEF6745BF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F1249-EC42-4A07-B551-2A5AC0102605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0AF7BF-8F86-156F-E3E1-9D2724095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1C0366-6111-35DE-0BDE-A1AE30942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6C155-3876-4DFD-A404-AE20E8B72D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14569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CC585B-6F37-2843-38E4-526B527C7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A21B8E-C842-59E8-638F-6550E2BA5F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763459-2BA2-28E4-E074-92A0A40B79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A3892C-1176-44EB-97FC-E80A5166809E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95460A-DC26-6E01-111C-0B3CA7F94E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472E66-E91C-3210-BB2E-8E9BE0D1EC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61FAC0-6FE2-4EB1-A8F9-E9EACA662C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7522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0" name="Rectangle 49">
            <a:extLst>
              <a:ext uri="{FF2B5EF4-FFF2-40B4-BE49-F238E27FC236}">
                <a16:creationId xmlns:a16="http://schemas.microsoft.com/office/drawing/2014/main" id="{55666830-9A19-4E01-8505-D6C7F9AC56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1A6D791-AC0E-DF52-035A-5B9EDC0056B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318" r="-1" b="26950"/>
          <a:stretch>
            <a:fillRect/>
          </a:stretch>
        </p:blipFill>
        <p:spPr>
          <a:xfrm>
            <a:off x="4110127" y="10"/>
            <a:ext cx="8081873" cy="6857990"/>
          </a:xfrm>
          <a:custGeom>
            <a:avLst/>
            <a:gdLst/>
            <a:ahLst/>
            <a:cxnLst/>
            <a:rect l="l" t="t" r="r" b="b"/>
            <a:pathLst>
              <a:path w="8081873" h="6858000">
                <a:moveTo>
                  <a:pt x="0" y="0"/>
                </a:moveTo>
                <a:lnTo>
                  <a:pt x="8081873" y="0"/>
                </a:lnTo>
                <a:lnTo>
                  <a:pt x="8081873" y="6858000"/>
                </a:lnTo>
                <a:lnTo>
                  <a:pt x="0" y="6858000"/>
                </a:lnTo>
                <a:lnTo>
                  <a:pt x="68897" y="6734633"/>
                </a:lnTo>
                <a:cubicBezTo>
                  <a:pt x="558802" y="5812845"/>
                  <a:pt x="848920" y="4668597"/>
                  <a:pt x="848920" y="3429000"/>
                </a:cubicBezTo>
                <a:cubicBezTo>
                  <a:pt x="848920" y="2189404"/>
                  <a:pt x="558802" y="1045156"/>
                  <a:pt x="68897" y="123368"/>
                </a:cubicBezTo>
                <a:close/>
              </a:path>
            </a:pathLst>
          </a:custGeom>
        </p:spPr>
      </p:pic>
      <p:sp useBgFill="1">
        <p:nvSpPr>
          <p:cNvPr id="52" name="Freeform: Shape 51">
            <a:extLst>
              <a:ext uri="{FF2B5EF4-FFF2-40B4-BE49-F238E27FC236}">
                <a16:creationId xmlns:a16="http://schemas.microsoft.com/office/drawing/2014/main" id="{AE9FC877-7FB6-4D22-9988-35420644E2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59047" cy="68580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59" name="Freeform: Shape 58">
            <a:extLst>
              <a:ext uri="{FF2B5EF4-FFF2-40B4-BE49-F238E27FC236}">
                <a16:creationId xmlns:a16="http://schemas.microsoft.com/office/drawing/2014/main" id="{E41809D1-F12E-46BB-B804-5F209D325E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48887" cy="68580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C85258-72FF-3F75-D015-A05D835275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5891288" cy="3204134"/>
          </a:xfrm>
        </p:spPr>
        <p:txBody>
          <a:bodyPr anchor="b">
            <a:normAutofit/>
          </a:bodyPr>
          <a:lstStyle/>
          <a:p>
            <a:pPr algn="l"/>
            <a:r>
              <a:rPr lang="en-IN" sz="8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en-IN" sz="5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hallenges to </a:t>
            </a:r>
            <a:r>
              <a:rPr lang="en-IN" sz="7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Democracy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71CADA-7235-2712-2AB3-760F09B141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1" y="4872922"/>
            <a:ext cx="3933306" cy="1208141"/>
          </a:xfrm>
        </p:spPr>
        <p:txBody>
          <a:bodyPr>
            <a:normAutofit/>
          </a:bodyPr>
          <a:lstStyle/>
          <a:p>
            <a:pPr algn="l"/>
            <a:endParaRPr lang="en-IN" sz="2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42913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4695F26-39DB-450E-B464-9C76CD233B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F42E55F-A297-474F-AF2D-6D3A15822B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9611" y="-1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50F853-06E4-4222-C3CF-043A4E00E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338328"/>
            <a:ext cx="5011473" cy="177393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US" sz="360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hat is </a:t>
            </a:r>
            <a:r>
              <a:rPr lang="en-US" sz="540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</a:t>
            </a:r>
            <a:r>
              <a:rPr lang="en-US" sz="360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emocracy?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72070F7-E065-4D60-8938-9FB8CDB8AC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 flipH="1">
            <a:off x="-179919" y="170310"/>
            <a:ext cx="2514948" cy="2174333"/>
            <a:chOff x="-305" y="-4155"/>
            <a:chExt cx="2514948" cy="2174333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F672C03-E63A-4F6B-96BD-0C4E3F1B82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BB94CDF-5C33-4B0A-B53F-50762639C1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D3C92F9D-544D-4691-94A7-B937CF4BE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DCA4DEE4-B7B4-47F4-A9C5-31AED8369A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495F34-454B-FB95-4C59-0735AD2CC8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42419" y="1770470"/>
            <a:ext cx="10953861" cy="1773936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Democracy means rule by the people.</a:t>
            </a:r>
          </a:p>
          <a:p>
            <a:r>
              <a:rPr lang="en-US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It ensures citizen participation in the decision-making process.</a:t>
            </a:r>
          </a:p>
          <a:p>
            <a:r>
              <a:rPr lang="en-US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Participation can be direct or indirect through elected representatives.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E046E5F-E6CF-D473-0623-2040A1223C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502" y="3943728"/>
            <a:ext cx="6096847" cy="251494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88E2E41-176A-55BC-8DB4-EAB76A759E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6145" y="3987649"/>
            <a:ext cx="6096848" cy="2438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8723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95B1FC96-0749-41C9-BAED-E089E77149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36677B-45F6-F5C0-1A6F-5FB67AF53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985" y="4373670"/>
            <a:ext cx="3419856" cy="1600200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6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</a:t>
            </a:r>
            <a:r>
              <a:rPr lang="en-US" sz="3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eaning of "</a:t>
            </a:r>
            <a:r>
              <a:rPr lang="en-US" sz="6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</a:t>
            </a:r>
            <a:r>
              <a:rPr lang="en-US" sz="3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hallenges" to </a:t>
            </a:r>
            <a:r>
              <a:rPr lang="en-US" sz="6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</a:t>
            </a:r>
            <a:r>
              <a:rPr lang="en-US" sz="3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emocracy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EFFB70-2BA1-4B2D-3D1B-000853BF42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07" r="20827" b="-5407"/>
          <a:stretch>
            <a:fillRect/>
          </a:stretch>
        </p:blipFill>
        <p:spPr>
          <a:xfrm>
            <a:off x="-79238" y="0"/>
            <a:ext cx="6095995" cy="4196271"/>
          </a:xfrm>
          <a:custGeom>
            <a:avLst/>
            <a:gdLst/>
            <a:ahLst/>
            <a:cxnLst/>
            <a:rect l="l" t="t" r="r" b="b"/>
            <a:pathLst>
              <a:path w="6005375" h="4196281">
                <a:moveTo>
                  <a:pt x="0" y="0"/>
                </a:moveTo>
                <a:lnTo>
                  <a:pt x="6000672" y="0"/>
                </a:lnTo>
                <a:lnTo>
                  <a:pt x="5998730" y="19709"/>
                </a:lnTo>
                <a:cubicBezTo>
                  <a:pt x="6001245" y="280059"/>
                  <a:pt x="5986415" y="540409"/>
                  <a:pt x="5999656" y="800631"/>
                </a:cubicBezTo>
                <a:cubicBezTo>
                  <a:pt x="6009855" y="1001996"/>
                  <a:pt x="6003364" y="1203233"/>
                  <a:pt x="5999656" y="1404471"/>
                </a:cubicBezTo>
                <a:cubicBezTo>
                  <a:pt x="5992506" y="1790420"/>
                  <a:pt x="6003364" y="2175860"/>
                  <a:pt x="5998730" y="2561300"/>
                </a:cubicBezTo>
                <a:cubicBezTo>
                  <a:pt x="5996744" y="2732154"/>
                  <a:pt x="5998994" y="2902754"/>
                  <a:pt x="6003364" y="3073609"/>
                </a:cubicBezTo>
                <a:cubicBezTo>
                  <a:pt x="6009720" y="3317560"/>
                  <a:pt x="5999923" y="3561638"/>
                  <a:pt x="5989197" y="3805463"/>
                </a:cubicBezTo>
                <a:cubicBezTo>
                  <a:pt x="5985594" y="3872508"/>
                  <a:pt x="5984647" y="3939633"/>
                  <a:pt x="5986348" y="4006695"/>
                </a:cubicBezTo>
                <a:lnTo>
                  <a:pt x="5997254" y="4174633"/>
                </a:lnTo>
                <a:lnTo>
                  <a:pt x="5951601" y="4176620"/>
                </a:lnTo>
                <a:cubicBezTo>
                  <a:pt x="5886702" y="4176651"/>
                  <a:pt x="5821788" y="4174749"/>
                  <a:pt x="5756905" y="4173480"/>
                </a:cubicBezTo>
                <a:cubicBezTo>
                  <a:pt x="5518559" y="4169040"/>
                  <a:pt x="5280086" y="4173480"/>
                  <a:pt x="5042247" y="4150774"/>
                </a:cubicBezTo>
                <a:cubicBezTo>
                  <a:pt x="4977618" y="4144622"/>
                  <a:pt x="4912546" y="4140690"/>
                  <a:pt x="4847600" y="4141467"/>
                </a:cubicBezTo>
                <a:cubicBezTo>
                  <a:pt x="4782655" y="4142244"/>
                  <a:pt x="4717835" y="4147730"/>
                  <a:pt x="4653713" y="4160414"/>
                </a:cubicBezTo>
                <a:cubicBezTo>
                  <a:pt x="4446571" y="4200625"/>
                  <a:pt x="4238796" y="4203162"/>
                  <a:pt x="4029497" y="4186925"/>
                </a:cubicBezTo>
                <a:cubicBezTo>
                  <a:pt x="3943621" y="4180203"/>
                  <a:pt x="3857746" y="4169040"/>
                  <a:pt x="3771489" y="4171196"/>
                </a:cubicBezTo>
                <a:cubicBezTo>
                  <a:pt x="3623585" y="4175129"/>
                  <a:pt x="3475554" y="4167137"/>
                  <a:pt x="3327523" y="4169167"/>
                </a:cubicBezTo>
                <a:cubicBezTo>
                  <a:pt x="3323528" y="4169738"/>
                  <a:pt x="3319443" y="4169205"/>
                  <a:pt x="3315727" y="4167645"/>
                </a:cubicBezTo>
                <a:cubicBezTo>
                  <a:pt x="3278941" y="4142402"/>
                  <a:pt x="3238603" y="4152169"/>
                  <a:pt x="3200549" y="4158765"/>
                </a:cubicBezTo>
                <a:cubicBezTo>
                  <a:pt x="3074082" y="4180710"/>
                  <a:pt x="2947742" y="4191492"/>
                  <a:pt x="2819246" y="4174494"/>
                </a:cubicBezTo>
                <a:cubicBezTo>
                  <a:pt x="2696546" y="4156698"/>
                  <a:pt x="2572096" y="4154478"/>
                  <a:pt x="2448851" y="4167898"/>
                </a:cubicBezTo>
                <a:cubicBezTo>
                  <a:pt x="2279383" y="4187687"/>
                  <a:pt x="2110549" y="4183501"/>
                  <a:pt x="1941462" y="4167898"/>
                </a:cubicBezTo>
                <a:cubicBezTo>
                  <a:pt x="1872837" y="4161556"/>
                  <a:pt x="1803198" y="4150774"/>
                  <a:pt x="1735208" y="4166630"/>
                </a:cubicBezTo>
                <a:cubicBezTo>
                  <a:pt x="1651489" y="4186038"/>
                  <a:pt x="1568023" y="4179695"/>
                  <a:pt x="1484050" y="4175382"/>
                </a:cubicBezTo>
                <a:cubicBezTo>
                  <a:pt x="1377752" y="4169801"/>
                  <a:pt x="1271708" y="4153692"/>
                  <a:pt x="1165029" y="4166376"/>
                </a:cubicBezTo>
                <a:cubicBezTo>
                  <a:pt x="1115685" y="4172211"/>
                  <a:pt x="1066722" y="4181471"/>
                  <a:pt x="1016744" y="4179061"/>
                </a:cubicBezTo>
                <a:cubicBezTo>
                  <a:pt x="878481" y="4172719"/>
                  <a:pt x="740344" y="4165235"/>
                  <a:pt x="601826" y="4166376"/>
                </a:cubicBezTo>
                <a:cubicBezTo>
                  <a:pt x="543857" y="4166757"/>
                  <a:pt x="486268" y="4168659"/>
                  <a:pt x="428553" y="4172845"/>
                </a:cubicBezTo>
                <a:cubicBezTo>
                  <a:pt x="320859" y="4180710"/>
                  <a:pt x="213546" y="4170055"/>
                  <a:pt x="106234" y="4166249"/>
                </a:cubicBezTo>
                <a:lnTo>
                  <a:pt x="0" y="4171008"/>
                </a:lnTo>
                <a:close/>
              </a:path>
            </a:pathLst>
          </a:cu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0EE73DB-27B3-DDD2-DB54-1EEEB17F75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653" b="16591"/>
          <a:stretch>
            <a:fillRect/>
          </a:stretch>
        </p:blipFill>
        <p:spPr>
          <a:xfrm>
            <a:off x="6016757" y="0"/>
            <a:ext cx="6172195" cy="3969364"/>
          </a:xfrm>
          <a:custGeom>
            <a:avLst/>
            <a:gdLst/>
            <a:ahLst/>
            <a:cxnLst/>
            <a:rect l="l" t="t" r="r" b="b"/>
            <a:pathLst>
              <a:path w="6006950" h="4187672">
                <a:moveTo>
                  <a:pt x="9223" y="0"/>
                </a:moveTo>
                <a:lnTo>
                  <a:pt x="6006950" y="0"/>
                </a:lnTo>
                <a:lnTo>
                  <a:pt x="6006950" y="4169490"/>
                </a:lnTo>
                <a:lnTo>
                  <a:pt x="5787907" y="4174448"/>
                </a:lnTo>
                <a:cubicBezTo>
                  <a:pt x="5713866" y="4173475"/>
                  <a:pt x="5639861" y="4169853"/>
                  <a:pt x="5566029" y="4163587"/>
                </a:cubicBezTo>
                <a:cubicBezTo>
                  <a:pt x="5458843" y="4155595"/>
                  <a:pt x="5350768" y="4144559"/>
                  <a:pt x="5244343" y="4164855"/>
                </a:cubicBezTo>
                <a:cubicBezTo>
                  <a:pt x="5127517" y="4187307"/>
                  <a:pt x="5010817" y="4187434"/>
                  <a:pt x="4892977" y="4181726"/>
                </a:cubicBezTo>
                <a:cubicBezTo>
                  <a:pt x="4792260" y="4176906"/>
                  <a:pt x="4691923" y="4151536"/>
                  <a:pt x="4590445" y="4178301"/>
                </a:cubicBezTo>
                <a:cubicBezTo>
                  <a:pt x="4580348" y="4179772"/>
                  <a:pt x="4570061" y="4179341"/>
                  <a:pt x="4560128" y="4177032"/>
                </a:cubicBezTo>
                <a:cubicBezTo>
                  <a:pt x="4449137" y="4161684"/>
                  <a:pt x="4337384" y="4174242"/>
                  <a:pt x="4226013" y="4169929"/>
                </a:cubicBezTo>
                <a:cubicBezTo>
                  <a:pt x="4174640" y="4167899"/>
                  <a:pt x="4122252" y="4169041"/>
                  <a:pt x="4071513" y="4163587"/>
                </a:cubicBezTo>
                <a:cubicBezTo>
                  <a:pt x="3955067" y="4151156"/>
                  <a:pt x="3838874" y="4144559"/>
                  <a:pt x="3723697" y="4173861"/>
                </a:cubicBezTo>
                <a:cubicBezTo>
                  <a:pt x="3690082" y="4181764"/>
                  <a:pt x="3655732" y="4186013"/>
                  <a:pt x="3621204" y="4186546"/>
                </a:cubicBezTo>
                <a:cubicBezTo>
                  <a:pt x="3508437" y="4190605"/>
                  <a:pt x="3396050" y="4182867"/>
                  <a:pt x="3283664" y="4176525"/>
                </a:cubicBezTo>
                <a:cubicBezTo>
                  <a:pt x="3205652" y="4172085"/>
                  <a:pt x="3127768" y="4162445"/>
                  <a:pt x="3049630" y="4170563"/>
                </a:cubicBezTo>
                <a:cubicBezTo>
                  <a:pt x="3004218" y="4175257"/>
                  <a:pt x="2958427" y="4175257"/>
                  <a:pt x="2913015" y="4170563"/>
                </a:cubicBezTo>
                <a:cubicBezTo>
                  <a:pt x="2829321" y="4160758"/>
                  <a:pt x="2744879" y="4158931"/>
                  <a:pt x="2660842" y="4165109"/>
                </a:cubicBezTo>
                <a:cubicBezTo>
                  <a:pt x="2535390" y="4175891"/>
                  <a:pt x="2410065" y="4184897"/>
                  <a:pt x="2284232" y="4167773"/>
                </a:cubicBezTo>
                <a:cubicBezTo>
                  <a:pt x="2212868" y="4156559"/>
                  <a:pt x="2140312" y="4155240"/>
                  <a:pt x="2068592" y="4163840"/>
                </a:cubicBezTo>
                <a:cubicBezTo>
                  <a:pt x="1897729" y="4187814"/>
                  <a:pt x="1726485" y="4180077"/>
                  <a:pt x="1555241" y="4170183"/>
                </a:cubicBezTo>
                <a:cubicBezTo>
                  <a:pt x="1440824" y="4163460"/>
                  <a:pt x="1325901" y="4151156"/>
                  <a:pt x="1211738" y="4167392"/>
                </a:cubicBezTo>
                <a:cubicBezTo>
                  <a:pt x="1066118" y="4187688"/>
                  <a:pt x="920370" y="4180965"/>
                  <a:pt x="774368" y="4175003"/>
                </a:cubicBezTo>
                <a:cubicBezTo>
                  <a:pt x="667182" y="4170563"/>
                  <a:pt x="559869" y="4157117"/>
                  <a:pt x="452430" y="4173734"/>
                </a:cubicBezTo>
                <a:cubicBezTo>
                  <a:pt x="441369" y="4175244"/>
                  <a:pt x="430117" y="4174115"/>
                  <a:pt x="419576" y="4170436"/>
                </a:cubicBezTo>
                <a:cubicBezTo>
                  <a:pt x="378807" y="4157016"/>
                  <a:pt x="335096" y="4155215"/>
                  <a:pt x="293363" y="4165236"/>
                </a:cubicBezTo>
                <a:cubicBezTo>
                  <a:pt x="216367" y="4182106"/>
                  <a:pt x="139497" y="4189463"/>
                  <a:pt x="61105" y="4174115"/>
                </a:cubicBezTo>
                <a:lnTo>
                  <a:pt x="13323" y="4171265"/>
                </a:lnTo>
                <a:lnTo>
                  <a:pt x="28554" y="3843045"/>
                </a:lnTo>
                <a:cubicBezTo>
                  <a:pt x="30457" y="3722610"/>
                  <a:pt x="27412" y="3602256"/>
                  <a:pt x="15626" y="3482187"/>
                </a:cubicBezTo>
                <a:cubicBezTo>
                  <a:pt x="-847" y="3335690"/>
                  <a:pt x="-4304" y="3188124"/>
                  <a:pt x="5296" y="3041068"/>
                </a:cubicBezTo>
                <a:cubicBezTo>
                  <a:pt x="11786" y="2956911"/>
                  <a:pt x="18539" y="2872754"/>
                  <a:pt x="22776" y="2788472"/>
                </a:cubicBezTo>
                <a:cubicBezTo>
                  <a:pt x="28180" y="2668580"/>
                  <a:pt x="25173" y="2548474"/>
                  <a:pt x="13771" y="2428964"/>
                </a:cubicBezTo>
                <a:cubicBezTo>
                  <a:pt x="4237" y="2337829"/>
                  <a:pt x="3177" y="2246070"/>
                  <a:pt x="10593" y="2154757"/>
                </a:cubicBezTo>
                <a:cubicBezTo>
                  <a:pt x="25690" y="1999286"/>
                  <a:pt x="9931" y="1843813"/>
                  <a:pt x="5032" y="1688466"/>
                </a:cubicBezTo>
                <a:cubicBezTo>
                  <a:pt x="-3577" y="1402691"/>
                  <a:pt x="20393" y="1117045"/>
                  <a:pt x="9666" y="831270"/>
                </a:cubicBezTo>
                <a:cubicBezTo>
                  <a:pt x="3841" y="689908"/>
                  <a:pt x="16420" y="548673"/>
                  <a:pt x="9666" y="407311"/>
                </a:cubicBezTo>
                <a:cubicBezTo>
                  <a:pt x="4105" y="306755"/>
                  <a:pt x="397" y="206200"/>
                  <a:pt x="4105" y="105518"/>
                </a:cubicBezTo>
                <a:cubicBezTo>
                  <a:pt x="5164" y="78059"/>
                  <a:pt x="5826" y="50473"/>
                  <a:pt x="9534" y="23396"/>
                </a:cubicBezTo>
                <a:close/>
              </a:path>
            </a:pathLst>
          </a:custGeom>
        </p:spPr>
      </p:pic>
      <p:sp>
        <p:nvSpPr>
          <p:cNvPr id="36" name="sketch line">
            <a:extLst>
              <a:ext uri="{FF2B5EF4-FFF2-40B4-BE49-F238E27FC236}">
                <a16:creationId xmlns:a16="http://schemas.microsoft.com/office/drawing/2014/main" id="{63C1A86C-B1A8-4AEC-B001-595C91716E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89020" y="5404538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50FA1C-F114-7309-9406-1B898F33E5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30317" y="4590722"/>
            <a:ext cx="6903721" cy="1600200"/>
          </a:xfrm>
        </p:spPr>
        <p:txBody>
          <a:bodyPr vert="horz" lIns="91440" tIns="45720" rIns="91440" bIns="45720" rtlCol="0" anchor="ctr">
            <a:normAutofit fontScale="25000" lnSpcReduction="20000"/>
          </a:bodyPr>
          <a:lstStyle/>
          <a:p>
            <a:r>
              <a:rPr lang="en-US" sz="1700" dirty="0"/>
              <a:t>•</a:t>
            </a:r>
          </a:p>
          <a:p>
            <a:r>
              <a:rPr lang="en-US" sz="1700" dirty="0"/>
              <a:t> </a:t>
            </a:r>
          </a:p>
          <a:p>
            <a:r>
              <a:rPr lang="en-US" sz="1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Challenge = demanding situation(requiring action).</a:t>
            </a:r>
          </a:p>
          <a:p>
            <a:pPr marL="0" indent="0">
              <a:buNone/>
            </a:pPr>
            <a:r>
              <a:rPr lang="en-US" sz="1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In this context, it refers to problems faced while ensuring a democratic setup.</a:t>
            </a:r>
          </a:p>
          <a:p>
            <a:pPr marL="0" indent="0">
              <a:buNone/>
            </a:pPr>
            <a:r>
              <a:rPr lang="en-US" sz="1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Main Challenges:- Lack of Unity, Transparency. More of Misinformation &amp; Inequality.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19030336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5" name="Rectangle 114">
            <a:extLst>
              <a:ext uri="{FF2B5EF4-FFF2-40B4-BE49-F238E27FC236}">
                <a16:creationId xmlns:a16="http://schemas.microsoft.com/office/drawing/2014/main" id="{AB902CB9-C7DC-4673-B7D5-F22DCF0EC5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BCC61A-11A6-99DB-8F8A-6C0FB37F0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445" y="521592"/>
            <a:ext cx="3999971" cy="1690798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5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</a:t>
            </a:r>
            <a:r>
              <a:rPr lang="en-US" sz="3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hree </a:t>
            </a:r>
            <a:r>
              <a:rPr lang="en-US" sz="5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</a:t>
            </a:r>
            <a:r>
              <a:rPr lang="en-US" sz="3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road </a:t>
            </a:r>
            <a:r>
              <a:rPr lang="en-US" sz="5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</a:t>
            </a:r>
            <a:r>
              <a:rPr lang="en-US" sz="3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hallenges - </a:t>
            </a:r>
            <a:r>
              <a:rPr lang="en-US" sz="5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</a:t>
            </a:r>
            <a:r>
              <a:rPr lang="en-US" sz="3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oundational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4F66CD-22E6-1C42-A421-A2400CC526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6676" y="2582803"/>
            <a:ext cx="4693510" cy="390478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 dirty="0"/>
              <a:t>• Democracy relies on citizen participation in decision-making.</a:t>
            </a:r>
          </a:p>
          <a:p>
            <a:r>
              <a:rPr lang="en-US" sz="2000" dirty="0"/>
              <a:t>• </a:t>
            </a:r>
            <a:r>
              <a:rPr lang="en-US" sz="2000" b="1" u="sng" dirty="0"/>
              <a:t>Foundational Challenge</a:t>
            </a:r>
            <a:r>
              <a:rPr lang="en-US" sz="2000" dirty="0"/>
              <a:t>: Making the transition to a democratic style of government.</a:t>
            </a:r>
          </a:p>
          <a:p>
            <a:r>
              <a:rPr lang="en-US" sz="2000" dirty="0"/>
              <a:t>• One-fourth of the world is still not under a democratic government.</a:t>
            </a:r>
          </a:p>
          <a:p>
            <a:r>
              <a:rPr lang="en-US" sz="2000" dirty="0"/>
              <a:t>• These nations must lay the foundation of democratic laws and policies.</a:t>
            </a:r>
          </a:p>
          <a:p>
            <a:r>
              <a:rPr lang="en-US" sz="2000" dirty="0"/>
              <a:t>Ex: India(1947), Africa after Apartheid(1994)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FF7D58F-904D-D710-1AAB-0EA46438AB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5933" y="1442665"/>
            <a:ext cx="3325118" cy="246058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87A3316-B0FF-1ADB-DAFE-1EB7778C1C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2469" y="1700361"/>
            <a:ext cx="3325118" cy="22028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BD74C77-2F2E-4A11-884B-4D9FF904AAB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1604" y="4440458"/>
            <a:ext cx="2152419" cy="185108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92888FC-30B5-BDFB-E65A-10E53195EDC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8164" y="4535195"/>
            <a:ext cx="2152419" cy="17542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D415E2F-4A28-4134-757C-84E829DC23E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5167" y="4554585"/>
            <a:ext cx="2152419" cy="1732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1670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F94AA2BD-2E3F-4B1D-8127-5744B81153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FB7B6D-842B-D722-55E3-229246FFC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87552"/>
            <a:ext cx="4485861" cy="1088136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dirty="0"/>
              <a:t>C</a:t>
            </a:r>
            <a:r>
              <a:rPr lang="en-US" sz="3400" dirty="0"/>
              <a:t>hallenge </a:t>
            </a:r>
            <a:r>
              <a:rPr lang="en-US" dirty="0"/>
              <a:t>t</a:t>
            </a:r>
            <a:r>
              <a:rPr lang="en-US" sz="3400" dirty="0"/>
              <a:t>o </a:t>
            </a:r>
            <a:r>
              <a:rPr lang="en-US" dirty="0"/>
              <a:t>E</a:t>
            </a:r>
            <a:r>
              <a:rPr lang="en-US" sz="3400" dirty="0"/>
              <a:t>xpansion &amp; </a:t>
            </a:r>
            <a:r>
              <a:rPr lang="en-US" dirty="0"/>
              <a:t>D</a:t>
            </a:r>
            <a:r>
              <a:rPr lang="en-US" sz="3400" dirty="0"/>
              <a:t>eepening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BD02261-2DC8-4AA8-9E16-7751AE8924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D752CF2-2291-40B5-B462-C17B174C10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6000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5BAA62-0306-DFC4-83F1-458F365E0F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1479" y="2514601"/>
            <a:ext cx="4498848" cy="417843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 dirty="0"/>
              <a:t>• </a:t>
            </a:r>
            <a:r>
              <a:rPr lang="en-US" sz="1800" b="1" u="sng" dirty="0"/>
              <a:t>Challenge to Expansion</a:t>
            </a:r>
            <a:r>
              <a:rPr lang="en-US" sz="1800" dirty="0"/>
              <a:t>: Expanding democracy to various social groups and regions.</a:t>
            </a:r>
          </a:p>
          <a:p>
            <a:r>
              <a:rPr lang="en-US" sz="1800" dirty="0"/>
              <a:t>• Ensures more institutions and regions follow democratic functioning.</a:t>
            </a:r>
          </a:p>
          <a:p>
            <a:r>
              <a:rPr lang="en-US" sz="1800" dirty="0"/>
              <a:t>• Involves distributing more power to lower levels of government. Ex: Voting Rights of African Americans(1960’s)</a:t>
            </a:r>
          </a:p>
          <a:p>
            <a:r>
              <a:rPr lang="en-US" sz="1800" dirty="0"/>
              <a:t>• </a:t>
            </a:r>
            <a:r>
              <a:rPr lang="en-US" sz="1800" b="1" u="sng" dirty="0"/>
              <a:t>Deepening of Democracy</a:t>
            </a:r>
            <a:r>
              <a:rPr lang="en-US" sz="1800" dirty="0"/>
              <a:t>: </a:t>
            </a:r>
            <a:r>
              <a:rPr lang="en-GB" sz="1800" dirty="0"/>
              <a:t>Improving the quality of democracy, making institutions more accountable, transparent, and responsive.</a:t>
            </a:r>
            <a:endParaRPr lang="en-US" sz="1800" dirty="0"/>
          </a:p>
          <a:p>
            <a:r>
              <a:rPr lang="en-US" sz="1800" dirty="0"/>
              <a:t>• Ex: </a:t>
            </a:r>
            <a:r>
              <a:rPr lang="en-IN" sz="1800"/>
              <a:t>Information Act(2005).</a:t>
            </a:r>
            <a:endParaRPr lang="en-US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A8B8FF-E7B2-0E44-9917-F8C5BACD2F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2" r="3280" b="-2"/>
          <a:stretch>
            <a:fillRect/>
          </a:stretch>
        </p:blipFill>
        <p:spPr>
          <a:xfrm>
            <a:off x="5308052" y="10"/>
            <a:ext cx="6883948" cy="6857990"/>
          </a:xfrm>
          <a:custGeom>
            <a:avLst/>
            <a:gdLst/>
            <a:ahLst/>
            <a:cxnLst/>
            <a:rect l="l" t="t" r="r" b="b"/>
            <a:pathLst>
              <a:path w="6883948" h="6858000">
                <a:moveTo>
                  <a:pt x="365648" y="0"/>
                </a:moveTo>
                <a:lnTo>
                  <a:pt x="6883948" y="0"/>
                </a:lnTo>
                <a:lnTo>
                  <a:pt x="6883948" y="6858000"/>
                </a:lnTo>
                <a:lnTo>
                  <a:pt x="365648" y="6858000"/>
                </a:lnTo>
                <a:lnTo>
                  <a:pt x="360213" y="6835050"/>
                </a:lnTo>
                <a:cubicBezTo>
                  <a:pt x="128263" y="5788167"/>
                  <a:pt x="0" y="4637179"/>
                  <a:pt x="0" y="3429001"/>
                </a:cubicBezTo>
                <a:cubicBezTo>
                  <a:pt x="0" y="2220824"/>
                  <a:pt x="128263" y="1069835"/>
                  <a:pt x="360213" y="22952"/>
                </a:cubicBezTo>
                <a:close/>
              </a:path>
            </a:pathLst>
          </a:custGeom>
          <a:effectLst>
            <a:outerShdw blurRad="50800" dist="38100" dir="10800000" algn="r" rotWithShape="0">
              <a:schemeClr val="bg1">
                <a:lumMod val="85000"/>
                <a:alpha val="30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659139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19B9820-D33C-4C71-AAC4-A724B28529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43" r="27768" b="1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DB06DE-28E1-B5AF-352F-8575CDA5D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03399" y="217984"/>
            <a:ext cx="3822189" cy="1899912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4800" dirty="0"/>
              <a:t>P</a:t>
            </a:r>
            <a:r>
              <a:rPr lang="en-US" sz="3700" dirty="0"/>
              <a:t>articular </a:t>
            </a:r>
            <a:r>
              <a:rPr lang="en-US" sz="4800" dirty="0"/>
              <a:t>C</a:t>
            </a:r>
            <a:r>
              <a:rPr lang="en-US" sz="3700" dirty="0"/>
              <a:t>hallenges </a:t>
            </a:r>
            <a:r>
              <a:rPr lang="en-US" sz="4800" dirty="0"/>
              <a:t>t</a:t>
            </a:r>
            <a:r>
              <a:rPr lang="en-US" sz="3700" dirty="0"/>
              <a:t>o </a:t>
            </a:r>
            <a:r>
              <a:rPr lang="en-US" sz="4800" dirty="0"/>
              <a:t>I</a:t>
            </a:r>
            <a:r>
              <a:rPr lang="en-US" sz="3700" dirty="0"/>
              <a:t>ndian </a:t>
            </a:r>
            <a:r>
              <a:rPr lang="en-US" sz="4800" dirty="0"/>
              <a:t>D</a:t>
            </a:r>
            <a:r>
              <a:rPr lang="en-US" sz="3700" dirty="0"/>
              <a:t>emocracy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478A8F-08E8-F1D4-75D4-699B357F76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31610" y="2335879"/>
            <a:ext cx="4355590" cy="3742762"/>
          </a:xfrm>
        </p:spPr>
        <p:txBody>
          <a:bodyPr vert="horz" lIns="91440" tIns="45720" rIns="91440" bIns="45720" rtlCol="0">
            <a:noAutofit/>
          </a:bodyPr>
          <a:lstStyle/>
          <a:p>
            <a:r>
              <a:rPr lang="en-US" sz="1800" dirty="0"/>
              <a:t>• India is the world's largest democracy, achieving success over six decades.</a:t>
            </a:r>
          </a:p>
          <a:p>
            <a:r>
              <a:rPr lang="en-US" sz="1800" dirty="0"/>
              <a:t>• The Constitution grants Fundamental Rights to meet India's diversity.</a:t>
            </a:r>
          </a:p>
          <a:p>
            <a:r>
              <a:rPr lang="en-US" sz="1800" dirty="0"/>
              <a:t>• However, it still faces significant hurdles:</a:t>
            </a:r>
          </a:p>
          <a:p>
            <a:r>
              <a:rPr lang="en-US" sz="1800" dirty="0"/>
              <a:t>    - Social and Economic Inequalities &amp; Poverty and Unemployment.</a:t>
            </a:r>
          </a:p>
          <a:p>
            <a:r>
              <a:rPr lang="en-US" sz="1800" dirty="0"/>
              <a:t>    - Illiteracy and Ignorance.</a:t>
            </a:r>
          </a:p>
          <a:p>
            <a:r>
              <a:rPr lang="en-US" sz="1800" dirty="0"/>
              <a:t>    - Casteism &amp; Communalism.</a:t>
            </a:r>
          </a:p>
          <a:p>
            <a:r>
              <a:rPr lang="en-US" sz="1800" dirty="0"/>
              <a:t>    - Population Explosion &amp; Regionalism.</a:t>
            </a:r>
          </a:p>
          <a:p>
            <a:r>
              <a:rPr lang="en-US" sz="1800" dirty="0"/>
              <a:t>    - </a:t>
            </a:r>
            <a:r>
              <a:rPr lang="en-US" sz="1800" dirty="0" err="1"/>
              <a:t>Linguism</a:t>
            </a:r>
            <a:r>
              <a:rPr lang="en-US" sz="1800" dirty="0"/>
              <a:t> &amp; Separatism.</a:t>
            </a:r>
          </a:p>
          <a:p>
            <a:r>
              <a:rPr lang="en-US" sz="1800" dirty="0"/>
              <a:t>    - Corruption &amp; Terrorism.</a:t>
            </a:r>
          </a:p>
        </p:txBody>
      </p:sp>
    </p:spTree>
    <p:extLst>
      <p:ext uri="{BB962C8B-B14F-4D97-AF65-F5344CB8AC3E}">
        <p14:creationId xmlns:p14="http://schemas.microsoft.com/office/powerpoint/2010/main" val="21811924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30056D-5455-9630-F00B-F07EB168D95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2000"/>
          </a:blip>
          <a:srcRect l="5376" r="507" b="-1"/>
          <a:stretch>
            <a:fillRect/>
          </a:stretch>
        </p:blipFill>
        <p:spPr>
          <a:xfrm>
            <a:off x="2522356" y="10"/>
            <a:ext cx="9669642" cy="685799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861DD0-6CEF-0166-DAF4-0B34F4BE8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96"/>
            <a:ext cx="3822189" cy="1899912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5400" dirty="0"/>
              <a:t>H</a:t>
            </a:r>
            <a:r>
              <a:rPr lang="en-US" sz="4000" dirty="0"/>
              <a:t>ow </a:t>
            </a:r>
            <a:r>
              <a:rPr lang="en-US" sz="5400" dirty="0"/>
              <a:t>C</a:t>
            </a:r>
            <a:r>
              <a:rPr lang="en-US" sz="4000" dirty="0"/>
              <a:t>ould </a:t>
            </a:r>
            <a:r>
              <a:rPr lang="en-US" sz="5400" dirty="0"/>
              <a:t>W</a:t>
            </a:r>
            <a:r>
              <a:rPr lang="en-US" sz="4000" dirty="0"/>
              <a:t>e </a:t>
            </a:r>
            <a:r>
              <a:rPr lang="en-US" sz="5400" dirty="0"/>
              <a:t>R</a:t>
            </a:r>
            <a:r>
              <a:rPr lang="en-US" sz="4000" dirty="0"/>
              <a:t>eform </a:t>
            </a:r>
            <a:r>
              <a:rPr lang="en-US" sz="5400" dirty="0"/>
              <a:t>D</a:t>
            </a:r>
            <a:r>
              <a:rPr lang="en-US" sz="4000" dirty="0"/>
              <a:t>emocracy?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088D7-6447-61E4-4E49-322AFE6E27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014304"/>
            <a:ext cx="10616381" cy="3742762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900" dirty="0"/>
              <a:t>• </a:t>
            </a:r>
            <a:r>
              <a:rPr lang="en-US" sz="2400" dirty="0"/>
              <a:t>Challenges of democracy are linked to the possibility of reforms.</a:t>
            </a:r>
          </a:p>
          <a:p>
            <a:r>
              <a:rPr lang="en-US" sz="2400" dirty="0"/>
              <a:t>• Overcoming these constraints is called Democratic Reform or Political Reform.</a:t>
            </a:r>
          </a:p>
          <a:p>
            <a:r>
              <a:rPr lang="en-US" sz="2400" dirty="0"/>
              <a:t>• Since challenges vary, countries cannot follow the same recipe for reform.</a:t>
            </a:r>
          </a:p>
          <a:p>
            <a:r>
              <a:rPr lang="en-US" sz="2400" dirty="0"/>
              <a:t>• India needs reform proposals at the national, state, and local levels.</a:t>
            </a:r>
          </a:p>
        </p:txBody>
      </p:sp>
    </p:spTree>
    <p:extLst>
      <p:ext uri="{BB962C8B-B14F-4D97-AF65-F5344CB8AC3E}">
        <p14:creationId xmlns:p14="http://schemas.microsoft.com/office/powerpoint/2010/main" val="24914691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341C92-04A7-5D64-A6EF-AF99A0A0DB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Reform Strategy 1 - Introduce New Laws</a:t>
            </a:r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065CF57B-20CB-3CD5-1168-21D73D43C6F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55210089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381839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8C2D49-9844-1B38-C6C9-0460BDD52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Reform Strategy 2 - Analyze Results of the Law</a:t>
            </a:r>
          </a:p>
        </p:txBody>
      </p:sp>
      <p:graphicFrame>
        <p:nvGraphicFramePr>
          <p:cNvPr id="21" name="Text Placeholder 2">
            <a:extLst>
              <a:ext uri="{FF2B5EF4-FFF2-40B4-BE49-F238E27FC236}">
                <a16:creationId xmlns:a16="http://schemas.microsoft.com/office/drawing/2014/main" id="{15E8571B-231E-CD05-8835-A84D28DE388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44349961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120422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AEF661-DDB9-F455-A81D-BD78E9F2A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Reform Strategy 3 - From Theory to Practical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EADE7863-9B0C-5C07-FDC7-647C0406515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33619636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00715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7" name="Freeform: Shape 46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48" name="Freeform: Shape 47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E86DBA-04AA-2244-09ED-D9998A529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Measures to Deepen Democracy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0" name="Text Placeholder 2">
            <a:extLst>
              <a:ext uri="{FF2B5EF4-FFF2-40B4-BE49-F238E27FC236}">
                <a16:creationId xmlns:a16="http://schemas.microsoft.com/office/drawing/2014/main" id="{8E71A7CE-E49E-02E9-5BC2-C1574CE3B94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38536719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74532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655" row="5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9A64383-7B6A-4BFE-87E1-61F19FB3DFE1}">
  <we:reference id="wa104379997" version="3.0.0.0" store="en-US" storeType="OMEX"/>
  <we:alternateReferences>
    <we:reference id="WA104379997" version="3.0.0.0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634</Words>
  <Application>Microsoft Office PowerPoint</Application>
  <PresentationFormat>Widescreen</PresentationFormat>
  <Paragraphs>57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Office Theme</vt:lpstr>
      <vt:lpstr>Challenges to Democracy</vt:lpstr>
      <vt:lpstr>What is Democracy?</vt:lpstr>
      <vt:lpstr>Meaning of "Challenges" to Democracy</vt:lpstr>
      <vt:lpstr>Three Broad Challenges - Foundational</vt:lpstr>
      <vt:lpstr>Challenge to Expansion &amp; Deepening</vt:lpstr>
      <vt:lpstr>Particular Challenges to Indian Democracy</vt:lpstr>
      <vt:lpstr>How Could We Reform Democracy?</vt:lpstr>
      <vt:lpstr>Reform Strategy 1 - Introduce New Laws</vt:lpstr>
      <vt:lpstr>Reform Strategy 2 - Analyze Results of the Law</vt:lpstr>
      <vt:lpstr>Reform Strategy 3 - From Theory to Practical</vt:lpstr>
      <vt:lpstr>Measures to Deepen Democracy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Abhinav Chauhan</dc:creator>
  <cp:lastModifiedBy>ABHINAV  CHAUHAN</cp:lastModifiedBy>
  <cp:revision>6</cp:revision>
  <dcterms:created xsi:type="dcterms:W3CDTF">2026-02-15T15:54:00Z</dcterms:created>
  <dcterms:modified xsi:type="dcterms:W3CDTF">2026-02-16T06:02:58Z</dcterms:modified>
</cp:coreProperties>
</file>